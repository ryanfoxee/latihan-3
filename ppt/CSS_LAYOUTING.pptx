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60" r:id="rId4"/>
    <p:sldId id="263" r:id="rId5"/>
    <p:sldId id="297" r:id="rId6"/>
    <p:sldId id="292" r:id="rId7"/>
    <p:sldId id="264" r:id="rId8"/>
    <p:sldId id="266" r:id="rId9"/>
    <p:sldId id="293" r:id="rId10"/>
    <p:sldId id="267" r:id="rId11"/>
    <p:sldId id="294" r:id="rId12"/>
    <p:sldId id="295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706" autoAdjust="0"/>
    <p:restoredTop sz="94660"/>
  </p:normalViewPr>
  <p:slideViewPr>
    <p:cSldViewPr snapToGrid="0">
      <p:cViewPr varScale="1">
        <p:scale>
          <a:sx n="74" d="100"/>
          <a:sy n="74" d="100"/>
        </p:scale>
        <p:origin x="588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F388EA-3D9A-4DFA-83A1-9E1168846B46}" type="datetimeFigureOut">
              <a:rPr lang="en-US" smtClean="0"/>
              <a:t>3/21/2021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68432D-34BA-407D-982E-9A6B694863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13502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F388EA-3D9A-4DFA-83A1-9E1168846B46}" type="datetimeFigureOut">
              <a:rPr lang="en-US" smtClean="0"/>
              <a:t>3/21/2021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68432D-34BA-407D-982E-9A6B694863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634085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F388EA-3D9A-4DFA-83A1-9E1168846B46}" type="datetimeFigureOut">
              <a:rPr lang="en-US" smtClean="0"/>
              <a:t>3/21/2021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68432D-34BA-407D-982E-9A6B694863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646876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F388EA-3D9A-4DFA-83A1-9E1168846B46}" type="datetimeFigureOut">
              <a:rPr lang="en-US" smtClean="0"/>
              <a:t>3/21/2021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68432D-34BA-407D-982E-9A6B694863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294002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F388EA-3D9A-4DFA-83A1-9E1168846B46}" type="datetimeFigureOut">
              <a:rPr lang="en-US" smtClean="0"/>
              <a:t>3/21/2021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68432D-34BA-407D-982E-9A6B694863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413143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F388EA-3D9A-4DFA-83A1-9E1168846B46}" type="datetimeFigureOut">
              <a:rPr lang="en-US" smtClean="0"/>
              <a:t>3/21/2021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68432D-34BA-407D-982E-9A6B694863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58824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F388EA-3D9A-4DFA-83A1-9E1168846B46}" type="datetimeFigureOut">
              <a:rPr lang="en-US" smtClean="0"/>
              <a:t>3/21/2021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68432D-34BA-407D-982E-9A6B694863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873830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F388EA-3D9A-4DFA-83A1-9E1168846B46}" type="datetimeFigureOut">
              <a:rPr lang="en-US" smtClean="0"/>
              <a:t>3/21/2021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68432D-34BA-407D-982E-9A6B694863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159635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F388EA-3D9A-4DFA-83A1-9E1168846B46}" type="datetimeFigureOut">
              <a:rPr lang="en-US" smtClean="0"/>
              <a:t>3/21/2021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68432D-34BA-407D-982E-9A6B694863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96450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F388EA-3D9A-4DFA-83A1-9E1168846B46}" type="datetimeFigureOut">
              <a:rPr lang="en-US" smtClean="0"/>
              <a:t>3/21/2021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68432D-34BA-407D-982E-9A6B694863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758561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F388EA-3D9A-4DFA-83A1-9E1168846B46}" type="datetimeFigureOut">
              <a:rPr lang="en-US" smtClean="0"/>
              <a:t>3/21/2021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68432D-34BA-407D-982E-9A6B694863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684975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EF388EA-3D9A-4DFA-83A1-9E1168846B46}" type="datetimeFigureOut">
              <a:rPr lang="en-US" smtClean="0"/>
              <a:t>3/21/2021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C68432D-34BA-407D-982E-9A6B694863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851957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13161" y="1308391"/>
            <a:ext cx="3339920" cy="354575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625833" y="4982934"/>
            <a:ext cx="291458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800" dirty="0">
                <a:solidFill>
                  <a:prstClr val="black"/>
                </a:solidFill>
                <a:latin typeface="Cascadia Code" panose="020B0509020204030204" pitchFamily="49" charset="0"/>
              </a:rPr>
              <a:t>CSS </a:t>
            </a:r>
            <a:r>
              <a:rPr lang="en-US" sz="2800" dirty="0" err="1">
                <a:solidFill>
                  <a:prstClr val="black"/>
                </a:solidFill>
                <a:latin typeface="Cascadia Code" panose="020B0509020204030204" pitchFamily="49" charset="0"/>
              </a:rPr>
              <a:t>Layouting</a:t>
            </a:r>
            <a:endParaRPr lang="en-US" sz="2800" dirty="0">
              <a:solidFill>
                <a:prstClr val="black"/>
              </a:solidFill>
              <a:latin typeface="Cascadia Code" panose="020B05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0495719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228044" y="3000777"/>
            <a:ext cx="794961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>
                <a:solidFill>
                  <a:schemeClr val="accent5">
                    <a:lumMod val="75000"/>
                  </a:schemeClr>
                </a:solidFill>
                <a:latin typeface="Source Code Pro" panose="020B0509030403020204" pitchFamily="49" charset="0"/>
                <a:ea typeface="Source Code Pro" panose="020B0509030403020204" pitchFamily="49" charset="0"/>
              </a:rPr>
              <a:t>https://github.com/ryanfoxee</a:t>
            </a:r>
          </a:p>
        </p:txBody>
      </p:sp>
    </p:spTree>
    <p:extLst>
      <p:ext uri="{BB962C8B-B14F-4D97-AF65-F5344CB8AC3E}">
        <p14:creationId xmlns:p14="http://schemas.microsoft.com/office/powerpoint/2010/main" val="150678958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Adobe Gothic Std B" panose="020B0800000000000000" pitchFamily="34" charset="-128"/>
                <a:ea typeface="Adobe Gothic Std B" panose="020B0800000000000000" pitchFamily="34" charset="-128"/>
              </a:rPr>
              <a:t>Float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>
                <a:latin typeface="Source Code Pro" panose="020B0509030403020204" pitchFamily="49" charset="0"/>
                <a:ea typeface="Source Code Pro" panose="020B0509030403020204" pitchFamily="49" charset="0"/>
              </a:rPr>
              <a:t>“CSS float </a:t>
            </a:r>
            <a:r>
              <a:rPr lang="en-US" dirty="0" err="1">
                <a:latin typeface="Source Code Pro" panose="020B0509030403020204" pitchFamily="49" charset="0"/>
                <a:ea typeface="Source Code Pro" panose="020B0509030403020204" pitchFamily="49" charset="0"/>
              </a:rPr>
              <a:t>adalah</a:t>
            </a:r>
            <a:r>
              <a:rPr lang="en-US" dirty="0">
                <a:latin typeface="Source Code Pro" panose="020B0509030403020204" pitchFamily="49" charset="0"/>
                <a:ea typeface="Source Code Pro" panose="020B0509030403020204" pitchFamily="49" charset="0"/>
              </a:rPr>
              <a:t> </a:t>
            </a:r>
            <a:r>
              <a:rPr lang="en-US" dirty="0" err="1" smtClean="0">
                <a:latin typeface="Source Code Pro" panose="020B0509030403020204" pitchFamily="49" charset="0"/>
                <a:ea typeface="Source Code Pro" panose="020B0509030403020204" pitchFamily="49" charset="0"/>
              </a:rPr>
              <a:t>properti</a:t>
            </a:r>
            <a:r>
              <a:rPr lang="en-US" dirty="0" smtClean="0">
                <a:latin typeface="Source Code Pro" panose="020B0509030403020204" pitchFamily="49" charset="0"/>
                <a:ea typeface="Source Code Pro" panose="020B0509030403020204" pitchFamily="49" charset="0"/>
              </a:rPr>
              <a:t> </a:t>
            </a:r>
            <a:r>
              <a:rPr lang="en-US" dirty="0">
                <a:latin typeface="Source Code Pro" panose="020B0509030403020204" pitchFamily="49" charset="0"/>
                <a:ea typeface="Source Code Pro" panose="020B0509030403020204" pitchFamily="49" charset="0"/>
              </a:rPr>
              <a:t>yang</a:t>
            </a:r>
          </a:p>
          <a:p>
            <a:pPr marL="0" indent="0">
              <a:buNone/>
            </a:pPr>
            <a:r>
              <a:rPr lang="en-US" dirty="0">
                <a:latin typeface="Source Code Pro" panose="020B0509030403020204" pitchFamily="49" charset="0"/>
                <a:ea typeface="Source Code Pro" panose="020B0509030403020204" pitchFamily="49" charset="0"/>
              </a:rPr>
              <a:t> </a:t>
            </a:r>
            <a:r>
              <a:rPr lang="en-US" dirty="0" err="1">
                <a:latin typeface="Source Code Pro" panose="020B0509030403020204" pitchFamily="49" charset="0"/>
                <a:ea typeface="Source Code Pro" panose="020B0509030403020204" pitchFamily="49" charset="0"/>
              </a:rPr>
              <a:t>digunakan</a:t>
            </a:r>
            <a:r>
              <a:rPr lang="en-US" dirty="0">
                <a:latin typeface="Source Code Pro" panose="020B0509030403020204" pitchFamily="49" charset="0"/>
                <a:ea typeface="Source Code Pro" panose="020B0509030403020204" pitchFamily="49" charset="0"/>
              </a:rPr>
              <a:t> </a:t>
            </a:r>
            <a:r>
              <a:rPr lang="en-US" dirty="0" err="1">
                <a:latin typeface="Source Code Pro" panose="020B0509030403020204" pitchFamily="49" charset="0"/>
                <a:ea typeface="Source Code Pro" panose="020B0509030403020204" pitchFamily="49" charset="0"/>
              </a:rPr>
              <a:t>untuk</a:t>
            </a:r>
            <a:r>
              <a:rPr lang="en-US" dirty="0">
                <a:latin typeface="Source Code Pro" panose="020B0509030403020204" pitchFamily="49" charset="0"/>
                <a:ea typeface="Source Code Pro" panose="020B0509030403020204" pitchFamily="49" charset="0"/>
              </a:rPr>
              <a:t> </a:t>
            </a:r>
            <a:r>
              <a:rPr lang="en-US" dirty="0" err="1">
                <a:latin typeface="Source Code Pro" panose="020B0509030403020204" pitchFamily="49" charset="0"/>
                <a:ea typeface="Source Code Pro" panose="020B0509030403020204" pitchFamily="49" charset="0"/>
              </a:rPr>
              <a:t>mengatur</a:t>
            </a:r>
            <a:r>
              <a:rPr lang="en-US" dirty="0">
                <a:latin typeface="Source Code Pro" panose="020B0509030403020204" pitchFamily="49" charset="0"/>
                <a:ea typeface="Source Code Pro" panose="020B0509030403020204" pitchFamily="49" charset="0"/>
              </a:rPr>
              <a:t> </a:t>
            </a:r>
            <a:r>
              <a:rPr lang="en-US" b="1" dirty="0" err="1">
                <a:latin typeface="Source Code Pro" panose="020B0509030403020204" pitchFamily="49" charset="0"/>
                <a:ea typeface="Source Code Pro" panose="020B0509030403020204" pitchFamily="49" charset="0"/>
              </a:rPr>
              <a:t>posisi</a:t>
            </a:r>
            <a:endParaRPr lang="en-US" b="1" dirty="0">
              <a:latin typeface="Source Code Pro" panose="020B0509030403020204" pitchFamily="49" charset="0"/>
              <a:ea typeface="Source Code Pro" panose="020B0509030403020204" pitchFamily="49" charset="0"/>
            </a:endParaRPr>
          </a:p>
          <a:p>
            <a:pPr marL="0" indent="0">
              <a:buNone/>
            </a:pPr>
            <a:r>
              <a:rPr lang="en-US" dirty="0">
                <a:latin typeface="Source Code Pro" panose="020B0509030403020204" pitchFamily="49" charset="0"/>
                <a:ea typeface="Source Code Pro" panose="020B0509030403020204" pitchFamily="49" charset="0"/>
              </a:rPr>
              <a:t> </a:t>
            </a:r>
            <a:r>
              <a:rPr lang="en-US" dirty="0" err="1">
                <a:latin typeface="Source Code Pro" panose="020B0509030403020204" pitchFamily="49" charset="0"/>
                <a:ea typeface="Source Code Pro" panose="020B0509030403020204" pitchFamily="49" charset="0"/>
              </a:rPr>
              <a:t>sebuah</a:t>
            </a:r>
            <a:r>
              <a:rPr lang="en-US" dirty="0">
                <a:latin typeface="Source Code Pro" panose="020B0509030403020204" pitchFamily="49" charset="0"/>
                <a:ea typeface="Source Code Pro" panose="020B0509030403020204" pitchFamily="49" charset="0"/>
              </a:rPr>
              <a:t> </a:t>
            </a:r>
            <a:r>
              <a:rPr lang="en-US" dirty="0" err="1">
                <a:latin typeface="Source Code Pro" panose="020B0509030403020204" pitchFamily="49" charset="0"/>
                <a:ea typeface="Source Code Pro" panose="020B0509030403020204" pitchFamily="49" charset="0"/>
              </a:rPr>
              <a:t>elemen</a:t>
            </a:r>
            <a:r>
              <a:rPr lang="en-US" dirty="0">
                <a:latin typeface="Source Code Pro" panose="020B0509030403020204" pitchFamily="49" charset="0"/>
                <a:ea typeface="Source Code Pro" panose="020B0509030403020204" pitchFamily="49" charset="0"/>
              </a:rPr>
              <a:t>. </a:t>
            </a:r>
            <a:r>
              <a:rPr lang="en-US" dirty="0" err="1">
                <a:latin typeface="Source Code Pro" panose="020B0509030403020204" pitchFamily="49" charset="0"/>
                <a:ea typeface="Source Code Pro" panose="020B0509030403020204" pitchFamily="49" charset="0"/>
              </a:rPr>
              <a:t>Sebuah</a:t>
            </a:r>
            <a:r>
              <a:rPr lang="en-US" dirty="0">
                <a:latin typeface="Source Code Pro" panose="020B0509030403020204" pitchFamily="49" charset="0"/>
                <a:ea typeface="Source Code Pro" panose="020B0509030403020204" pitchFamily="49" charset="0"/>
              </a:rPr>
              <a:t> </a:t>
            </a:r>
            <a:r>
              <a:rPr lang="en-US" dirty="0" err="1">
                <a:latin typeface="Source Code Pro" panose="020B0509030403020204" pitchFamily="49" charset="0"/>
                <a:ea typeface="Source Code Pro" panose="020B0509030403020204" pitchFamily="49" charset="0"/>
              </a:rPr>
              <a:t>elemen</a:t>
            </a:r>
            <a:r>
              <a:rPr lang="en-US" dirty="0">
                <a:latin typeface="Source Code Pro" panose="020B0509030403020204" pitchFamily="49" charset="0"/>
                <a:ea typeface="Source Code Pro" panose="020B0509030403020204" pitchFamily="49" charset="0"/>
              </a:rPr>
              <a:t> </a:t>
            </a:r>
            <a:r>
              <a:rPr lang="en-US" dirty="0" err="1">
                <a:latin typeface="Source Code Pro" panose="020B0509030403020204" pitchFamily="49" charset="0"/>
                <a:ea typeface="Source Code Pro" panose="020B0509030403020204" pitchFamily="49" charset="0"/>
              </a:rPr>
              <a:t>dapat</a:t>
            </a:r>
            <a:endParaRPr lang="en-US" dirty="0">
              <a:latin typeface="Source Code Pro" panose="020B0509030403020204" pitchFamily="49" charset="0"/>
              <a:ea typeface="Source Code Pro" panose="020B0509030403020204" pitchFamily="49" charset="0"/>
            </a:endParaRPr>
          </a:p>
          <a:p>
            <a:pPr marL="0" indent="0">
              <a:buNone/>
            </a:pPr>
            <a:r>
              <a:rPr lang="en-US" dirty="0">
                <a:latin typeface="Source Code Pro" panose="020B0509030403020204" pitchFamily="49" charset="0"/>
                <a:ea typeface="Source Code Pro" panose="020B0509030403020204" pitchFamily="49" charset="0"/>
              </a:rPr>
              <a:t> </a:t>
            </a:r>
            <a:r>
              <a:rPr lang="en-US" dirty="0" err="1">
                <a:latin typeface="Source Code Pro" panose="020B0509030403020204" pitchFamily="49" charset="0"/>
                <a:ea typeface="Source Code Pro" panose="020B0509030403020204" pitchFamily="49" charset="0"/>
              </a:rPr>
              <a:t>dipaksa</a:t>
            </a:r>
            <a:r>
              <a:rPr lang="en-US" dirty="0">
                <a:latin typeface="Source Code Pro" panose="020B0509030403020204" pitchFamily="49" charset="0"/>
                <a:ea typeface="Source Code Pro" panose="020B0509030403020204" pitchFamily="49" charset="0"/>
              </a:rPr>
              <a:t> </a:t>
            </a:r>
            <a:r>
              <a:rPr lang="en-US" dirty="0" err="1">
                <a:latin typeface="Source Code Pro" panose="020B0509030403020204" pitchFamily="49" charset="0"/>
                <a:ea typeface="Source Code Pro" panose="020B0509030403020204" pitchFamily="49" charset="0"/>
              </a:rPr>
              <a:t>untuk</a:t>
            </a:r>
            <a:r>
              <a:rPr lang="en-US" dirty="0">
                <a:latin typeface="Source Code Pro" panose="020B0509030403020204" pitchFamily="49" charset="0"/>
                <a:ea typeface="Source Code Pro" panose="020B0509030403020204" pitchFamily="49" charset="0"/>
              </a:rPr>
              <a:t> </a:t>
            </a:r>
            <a:r>
              <a:rPr lang="en-US" dirty="0" err="1">
                <a:latin typeface="Source Code Pro" panose="020B0509030403020204" pitchFamily="49" charset="0"/>
                <a:ea typeface="Source Code Pro" panose="020B0509030403020204" pitchFamily="49" charset="0"/>
              </a:rPr>
              <a:t>berada</a:t>
            </a:r>
            <a:r>
              <a:rPr lang="en-US" dirty="0">
                <a:latin typeface="Source Code Pro" panose="020B0509030403020204" pitchFamily="49" charset="0"/>
                <a:ea typeface="Source Code Pro" panose="020B0509030403020204" pitchFamily="49" charset="0"/>
              </a:rPr>
              <a:t> </a:t>
            </a:r>
            <a:r>
              <a:rPr lang="en-US" dirty="0" err="1">
                <a:latin typeface="Source Code Pro" panose="020B0509030403020204" pitchFamily="49" charset="0"/>
                <a:ea typeface="Source Code Pro" panose="020B0509030403020204" pitchFamily="49" charset="0"/>
              </a:rPr>
              <a:t>disebelah</a:t>
            </a:r>
            <a:r>
              <a:rPr lang="en-US" dirty="0">
                <a:latin typeface="Source Code Pro" panose="020B0509030403020204" pitchFamily="49" charset="0"/>
                <a:ea typeface="Source Code Pro" panose="020B0509030403020204" pitchFamily="49" charset="0"/>
              </a:rPr>
              <a:t> </a:t>
            </a:r>
            <a:r>
              <a:rPr lang="en-US" b="1" dirty="0" err="1">
                <a:latin typeface="Source Code Pro" panose="020B0509030403020204" pitchFamily="49" charset="0"/>
                <a:ea typeface="Source Code Pro" panose="020B0509030403020204" pitchFamily="49" charset="0"/>
              </a:rPr>
              <a:t>kiri</a:t>
            </a:r>
            <a:endParaRPr lang="en-US" b="1" dirty="0">
              <a:latin typeface="Source Code Pro" panose="020B0509030403020204" pitchFamily="49" charset="0"/>
              <a:ea typeface="Source Code Pro" panose="020B0509030403020204" pitchFamily="49" charset="0"/>
            </a:endParaRPr>
          </a:p>
          <a:p>
            <a:pPr marL="0" indent="0">
              <a:buNone/>
            </a:pPr>
            <a:r>
              <a:rPr lang="en-US" dirty="0">
                <a:latin typeface="Source Code Pro" panose="020B0509030403020204" pitchFamily="49" charset="0"/>
                <a:ea typeface="Source Code Pro" panose="020B0509030403020204" pitchFamily="49" charset="0"/>
              </a:rPr>
              <a:t> </a:t>
            </a:r>
            <a:r>
              <a:rPr lang="en-US" dirty="0" err="1">
                <a:latin typeface="Source Code Pro" panose="020B0509030403020204" pitchFamily="49" charset="0"/>
                <a:ea typeface="Source Code Pro" panose="020B0509030403020204" pitchFamily="49" charset="0"/>
              </a:rPr>
              <a:t>atau</a:t>
            </a:r>
            <a:r>
              <a:rPr lang="en-US" dirty="0">
                <a:latin typeface="Source Code Pro" panose="020B0509030403020204" pitchFamily="49" charset="0"/>
                <a:ea typeface="Source Code Pro" panose="020B0509030403020204" pitchFamily="49" charset="0"/>
              </a:rPr>
              <a:t> </a:t>
            </a:r>
            <a:r>
              <a:rPr lang="en-US" b="1" dirty="0" err="1">
                <a:latin typeface="Source Code Pro" panose="020B0509030403020204" pitchFamily="49" charset="0"/>
                <a:ea typeface="Source Code Pro" panose="020B0509030403020204" pitchFamily="49" charset="0"/>
              </a:rPr>
              <a:t>kanan</a:t>
            </a:r>
            <a:r>
              <a:rPr lang="en-US" dirty="0">
                <a:latin typeface="Source Code Pro" panose="020B0509030403020204" pitchFamily="49" charset="0"/>
                <a:ea typeface="Source Code Pro" panose="020B0509030403020204" pitchFamily="49" charset="0"/>
              </a:rPr>
              <a:t> </a:t>
            </a:r>
            <a:r>
              <a:rPr lang="en-US" dirty="0" err="1">
                <a:latin typeface="Source Code Pro" panose="020B0509030403020204" pitchFamily="49" charset="0"/>
                <a:ea typeface="Source Code Pro" panose="020B0509030403020204" pitchFamily="49" charset="0"/>
              </a:rPr>
              <a:t>dari</a:t>
            </a:r>
            <a:r>
              <a:rPr lang="en-US" dirty="0">
                <a:latin typeface="Source Code Pro" panose="020B0509030403020204" pitchFamily="49" charset="0"/>
                <a:ea typeface="Source Code Pro" panose="020B0509030403020204" pitchFamily="49" charset="0"/>
              </a:rPr>
              <a:t> parent-</a:t>
            </a:r>
            <a:r>
              <a:rPr lang="en-US" dirty="0" err="1">
                <a:latin typeface="Source Code Pro" panose="020B0509030403020204" pitchFamily="49" charset="0"/>
                <a:ea typeface="Source Code Pro" panose="020B0509030403020204" pitchFamily="49" charset="0"/>
              </a:rPr>
              <a:t>nya</a:t>
            </a:r>
            <a:r>
              <a:rPr lang="en-US" dirty="0">
                <a:latin typeface="Source Code Pro" panose="020B0509030403020204" pitchFamily="49" charset="0"/>
                <a:ea typeface="Source Code Pro" panose="020B0509030403020204" pitchFamily="49" charset="0"/>
              </a:rPr>
              <a:t>.”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>
              <a:latin typeface="Source Code Pro" panose="020B0509030403020204" pitchFamily="49" charset="0"/>
              <a:ea typeface="Source Code Pro" panose="020B050903040302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3360851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777248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US" sz="4800" b="1" dirty="0">
                <a:latin typeface="Source Code Pro" panose="020B0509030403020204" pitchFamily="49" charset="0"/>
                <a:ea typeface="Source Code Pro" panose="020B0509030403020204" pitchFamily="49" charset="0"/>
              </a:rPr>
              <a:t>float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2044567"/>
            <a:ext cx="10515600" cy="4351338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sz="3600" dirty="0">
                <a:latin typeface="Source Code Pro" panose="020B0509030403020204" pitchFamily="49" charset="0"/>
                <a:ea typeface="Source Code Pro" panose="020B0509030403020204" pitchFamily="49" charset="0"/>
              </a:rPr>
              <a:t>none</a:t>
            </a:r>
          </a:p>
          <a:p>
            <a:pPr marL="0" indent="0" algn="ctr">
              <a:buNone/>
            </a:pPr>
            <a:r>
              <a:rPr lang="en-US" sz="3600" dirty="0">
                <a:latin typeface="Source Code Pro" panose="020B0509030403020204" pitchFamily="49" charset="0"/>
                <a:ea typeface="Source Code Pro" panose="020B0509030403020204" pitchFamily="49" charset="0"/>
              </a:rPr>
              <a:t>left</a:t>
            </a:r>
          </a:p>
          <a:p>
            <a:pPr marL="0" indent="0" algn="ctr">
              <a:buNone/>
            </a:pPr>
            <a:r>
              <a:rPr lang="en-US" sz="3600" dirty="0">
                <a:latin typeface="Source Code Pro" panose="020B0509030403020204" pitchFamily="49" charset="0"/>
                <a:ea typeface="Source Code Pro" panose="020B0509030403020204" pitchFamily="49" charset="0"/>
              </a:rPr>
              <a:t>right</a:t>
            </a:r>
          </a:p>
          <a:p>
            <a:pPr marL="0" indent="0" algn="ctr">
              <a:buNone/>
            </a:pPr>
            <a:endParaRPr lang="en-US" sz="3200" dirty="0">
              <a:latin typeface="Source Code Pro" panose="020B0509030403020204" pitchFamily="49" charset="0"/>
              <a:ea typeface="Source Code Pro" panose="020B050903040302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1671786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Adobe Gothic Std B" panose="020B0800000000000000" pitchFamily="34" charset="-128"/>
                <a:ea typeface="Adobe Gothic Std B" panose="020B0800000000000000" pitchFamily="34" charset="-128"/>
              </a:rPr>
              <a:t>Float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sz="4000" b="1" dirty="0">
                <a:latin typeface="Courier New" panose="02070309020205020404" pitchFamily="49" charset="0"/>
                <a:cs typeface="Courier New" panose="02070309020205020404" pitchFamily="49" charset="0"/>
              </a:rPr>
              <a:t>n</a:t>
            </a:r>
            <a:r>
              <a:rPr lang="en-US" sz="4000" b="1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ormal-flow</a:t>
            </a:r>
            <a:endParaRPr lang="en-US" sz="40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 algn="ctr">
              <a:buNone/>
            </a:pPr>
            <a:r>
              <a:rPr lang="en-US" sz="3200" dirty="0" err="1">
                <a:latin typeface="Source Code Pro" panose="020B0509030403020204" pitchFamily="49" charset="0"/>
                <a:ea typeface="Source Code Pro" panose="020B0509030403020204" pitchFamily="49" charset="0"/>
              </a:rPr>
              <a:t>d</a:t>
            </a:r>
            <a:r>
              <a:rPr lang="en-US" sz="3200" dirty="0" err="1" smtClean="0">
                <a:latin typeface="Source Code Pro" panose="020B0509030403020204" pitchFamily="49" charset="0"/>
                <a:ea typeface="Source Code Pro" panose="020B0509030403020204" pitchFamily="49" charset="0"/>
              </a:rPr>
              <a:t>an</a:t>
            </a:r>
            <a:endParaRPr lang="en-US" sz="3200" dirty="0" smtClean="0">
              <a:latin typeface="Source Code Pro" panose="020B0509030403020204" pitchFamily="49" charset="0"/>
              <a:ea typeface="Source Code Pro" panose="020B0509030403020204" pitchFamily="49" charset="0"/>
            </a:endParaRPr>
          </a:p>
          <a:p>
            <a:pPr marL="0" indent="0" algn="ctr">
              <a:buNone/>
            </a:pPr>
            <a:r>
              <a:rPr lang="en-US" sz="4000" b="1" dirty="0" smtClean="0">
                <a:latin typeface="Courier New" panose="02070309020205020404" pitchFamily="49" charset="0"/>
                <a:ea typeface="Source Code Pro" panose="020B0509030403020204" pitchFamily="49" charset="0"/>
                <a:cs typeface="Courier New" panose="02070309020205020404" pitchFamily="49" charset="0"/>
              </a:rPr>
              <a:t>out-of-flow</a:t>
            </a:r>
            <a:endParaRPr lang="en-US" sz="4000" b="1" dirty="0">
              <a:latin typeface="Courier New" panose="02070309020205020404" pitchFamily="49" charset="0"/>
              <a:ea typeface="Source Code Pro" panose="020B05090304030202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4520368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Adobe Gothic Std B" panose="020B0800000000000000" pitchFamily="34" charset="-128"/>
                <a:ea typeface="Adobe Gothic Std B" panose="020B0800000000000000" pitchFamily="34" charset="-128"/>
              </a:rPr>
              <a:t>float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199" y="1825625"/>
            <a:ext cx="10881575" cy="4351338"/>
          </a:xfrm>
        </p:spPr>
        <p:txBody>
          <a:bodyPr>
            <a:normAutofit/>
          </a:bodyPr>
          <a:lstStyle/>
          <a:p>
            <a:pPr>
              <a:buFont typeface="Courier New" panose="02070309020205020404" pitchFamily="49" charset="0"/>
              <a:buChar char="o"/>
            </a:pPr>
            <a:r>
              <a:rPr lang="en-US" b="1" dirty="0">
                <a:latin typeface="Source Code Pro" panose="020B0509030403020204" pitchFamily="49" charset="0"/>
                <a:ea typeface="Source Code Pro" panose="020B0509030403020204" pitchFamily="49" charset="0"/>
              </a:rPr>
              <a:t>text wrapping</a:t>
            </a:r>
          </a:p>
          <a:p>
            <a:pPr marL="0" indent="0">
              <a:buNone/>
            </a:pPr>
            <a:r>
              <a:rPr lang="en-US" b="1" dirty="0">
                <a:latin typeface="Source Code Pro" panose="020B0509030403020204" pitchFamily="49" charset="0"/>
                <a:ea typeface="Source Code Pro" panose="020B0509030403020204" pitchFamily="49" charset="0"/>
              </a:rPr>
              <a:t> </a:t>
            </a:r>
            <a:r>
              <a:rPr lang="en-US" sz="2400" dirty="0" err="1">
                <a:latin typeface="Source Code Pro" panose="020B0509030403020204" pitchFamily="49" charset="0"/>
                <a:ea typeface="Source Code Pro" panose="020B0509030403020204" pitchFamily="49" charset="0"/>
              </a:rPr>
              <a:t>membuat</a:t>
            </a:r>
            <a:r>
              <a:rPr lang="en-US" sz="2400" dirty="0">
                <a:latin typeface="Source Code Pro" panose="020B0509030403020204" pitchFamily="49" charset="0"/>
                <a:ea typeface="Source Code Pro" panose="020B0509030403020204" pitchFamily="49" charset="0"/>
              </a:rPr>
              <a:t> </a:t>
            </a:r>
            <a:r>
              <a:rPr lang="en-US" sz="2400" dirty="0" err="1">
                <a:latin typeface="Source Code Pro" panose="020B0509030403020204" pitchFamily="49" charset="0"/>
                <a:ea typeface="Source Code Pro" panose="020B0509030403020204" pitchFamily="49" charset="0"/>
              </a:rPr>
              <a:t>teks</a:t>
            </a:r>
            <a:r>
              <a:rPr lang="en-US" sz="2400" dirty="0">
                <a:latin typeface="Source Code Pro" panose="020B0509030403020204" pitchFamily="49" charset="0"/>
                <a:ea typeface="Source Code Pro" panose="020B0509030403020204" pitchFamily="49" charset="0"/>
              </a:rPr>
              <a:t> </a:t>
            </a:r>
            <a:r>
              <a:rPr lang="en-US" sz="2400" dirty="0" err="1">
                <a:latin typeface="Source Code Pro" panose="020B0509030403020204" pitchFamily="49" charset="0"/>
                <a:ea typeface="Source Code Pro" panose="020B0509030403020204" pitchFamily="49" charset="0"/>
              </a:rPr>
              <a:t>mengelilingi</a:t>
            </a:r>
            <a:r>
              <a:rPr lang="en-US" sz="2400" dirty="0">
                <a:latin typeface="Source Code Pro" panose="020B0509030403020204" pitchFamily="49" charset="0"/>
                <a:ea typeface="Source Code Pro" panose="020B0509030403020204" pitchFamily="49" charset="0"/>
              </a:rPr>
              <a:t> </a:t>
            </a:r>
            <a:r>
              <a:rPr lang="en-US" sz="2400" dirty="0" err="1">
                <a:latin typeface="Source Code Pro" panose="020B0509030403020204" pitchFamily="49" charset="0"/>
                <a:ea typeface="Source Code Pro" panose="020B0509030403020204" pitchFamily="49" charset="0"/>
              </a:rPr>
              <a:t>elemen</a:t>
            </a:r>
            <a:r>
              <a:rPr lang="en-US" sz="2400" dirty="0">
                <a:latin typeface="Source Code Pro" panose="020B0509030403020204" pitchFamily="49" charset="0"/>
                <a:ea typeface="Source Code Pro" panose="020B0509030403020204" pitchFamily="49" charset="0"/>
              </a:rPr>
              <a:t>.</a:t>
            </a:r>
            <a:endParaRPr lang="en-US" b="1" dirty="0">
              <a:latin typeface="Source Code Pro" panose="020B0509030403020204" pitchFamily="49" charset="0"/>
              <a:ea typeface="Source Code Pro" panose="020B0509030403020204" pitchFamily="49" charset="0"/>
            </a:endParaRPr>
          </a:p>
          <a:p>
            <a:pPr>
              <a:buFont typeface="Courier New" panose="02070309020205020404" pitchFamily="49" charset="0"/>
              <a:buChar char="o"/>
            </a:pPr>
            <a:r>
              <a:rPr lang="en-US" b="1" dirty="0">
                <a:latin typeface="Source Code Pro" panose="020B0509030403020204" pitchFamily="49" charset="0"/>
                <a:ea typeface="Source Code Pro" panose="020B0509030403020204" pitchFamily="49" charset="0"/>
              </a:rPr>
              <a:t>image </a:t>
            </a:r>
            <a:r>
              <a:rPr lang="en-US" b="1" dirty="0" err="1">
                <a:latin typeface="Source Code Pro" panose="020B0509030403020204" pitchFamily="49" charset="0"/>
                <a:ea typeface="Source Code Pro" panose="020B0509030403020204" pitchFamily="49" charset="0"/>
              </a:rPr>
              <a:t>galery</a:t>
            </a:r>
            <a:endParaRPr lang="en-US" b="1" dirty="0">
              <a:latin typeface="Source Code Pro" panose="020B0509030403020204" pitchFamily="49" charset="0"/>
              <a:ea typeface="Source Code Pro" panose="020B0509030403020204" pitchFamily="49" charset="0"/>
            </a:endParaRPr>
          </a:p>
          <a:p>
            <a:pPr marL="0" indent="0">
              <a:buNone/>
            </a:pPr>
            <a:r>
              <a:rPr lang="en-US" dirty="0">
                <a:latin typeface="Source Code Pro" panose="020B0509030403020204" pitchFamily="49" charset="0"/>
                <a:ea typeface="Source Code Pro" panose="020B0509030403020204" pitchFamily="49" charset="0"/>
              </a:rPr>
              <a:t> </a:t>
            </a:r>
            <a:r>
              <a:rPr lang="en-US" sz="2400" dirty="0" err="1">
                <a:latin typeface="Source Code Pro" panose="020B0509030403020204" pitchFamily="49" charset="0"/>
                <a:ea typeface="Source Code Pro" panose="020B0509030403020204" pitchFamily="49" charset="0"/>
              </a:rPr>
              <a:t>membuat</a:t>
            </a:r>
            <a:r>
              <a:rPr lang="en-US" sz="2400" dirty="0">
                <a:latin typeface="Source Code Pro" panose="020B0509030403020204" pitchFamily="49" charset="0"/>
                <a:ea typeface="Source Code Pro" panose="020B0509030403020204" pitchFamily="49" charset="0"/>
              </a:rPr>
              <a:t> </a:t>
            </a:r>
            <a:r>
              <a:rPr lang="en-US" sz="2400" dirty="0" err="1">
                <a:latin typeface="Source Code Pro" panose="020B0509030403020204" pitchFamily="49" charset="0"/>
                <a:ea typeface="Source Code Pro" panose="020B0509030403020204" pitchFamily="49" charset="0"/>
              </a:rPr>
              <a:t>kumpulan</a:t>
            </a:r>
            <a:r>
              <a:rPr lang="en-US" sz="2400" dirty="0">
                <a:latin typeface="Source Code Pro" panose="020B0509030403020204" pitchFamily="49" charset="0"/>
                <a:ea typeface="Source Code Pro" panose="020B0509030403020204" pitchFamily="49" charset="0"/>
              </a:rPr>
              <a:t> </a:t>
            </a:r>
            <a:r>
              <a:rPr lang="en-US" sz="2400" dirty="0" err="1">
                <a:latin typeface="Source Code Pro" panose="020B0509030403020204" pitchFamily="49" charset="0"/>
                <a:ea typeface="Source Code Pro" panose="020B0509030403020204" pitchFamily="49" charset="0"/>
              </a:rPr>
              <a:t>gambar</a:t>
            </a:r>
            <a:r>
              <a:rPr lang="en-US" sz="2400" dirty="0">
                <a:latin typeface="Source Code Pro" panose="020B0509030403020204" pitchFamily="49" charset="0"/>
                <a:ea typeface="Source Code Pro" panose="020B0509030403020204" pitchFamily="49" charset="0"/>
              </a:rPr>
              <a:t> </a:t>
            </a:r>
            <a:r>
              <a:rPr lang="en-US" sz="2400" dirty="0" err="1">
                <a:latin typeface="Source Code Pro" panose="020B0509030403020204" pitchFamily="49" charset="0"/>
                <a:ea typeface="Source Code Pro" panose="020B0509030403020204" pitchFamily="49" charset="0"/>
              </a:rPr>
              <a:t>seperti</a:t>
            </a:r>
            <a:r>
              <a:rPr lang="en-US" sz="2400" dirty="0">
                <a:latin typeface="Source Code Pro" panose="020B0509030403020204" pitchFamily="49" charset="0"/>
                <a:ea typeface="Source Code Pro" panose="020B0509030403020204" pitchFamily="49" charset="0"/>
              </a:rPr>
              <a:t> </a:t>
            </a:r>
            <a:r>
              <a:rPr lang="en-US" sz="2400" dirty="0" err="1">
                <a:latin typeface="Source Code Pro" panose="020B0509030403020204" pitchFamily="49" charset="0"/>
                <a:ea typeface="Source Code Pro" panose="020B0509030403020204" pitchFamily="49" charset="0"/>
              </a:rPr>
              <a:t>galeri</a:t>
            </a:r>
            <a:r>
              <a:rPr lang="en-US" sz="2400" dirty="0">
                <a:latin typeface="Source Code Pro" panose="020B0509030403020204" pitchFamily="49" charset="0"/>
                <a:ea typeface="Source Code Pro" panose="020B0509030403020204" pitchFamily="49" charset="0"/>
              </a:rPr>
              <a:t>.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en-US" b="1" dirty="0">
                <a:latin typeface="Source Code Pro" panose="020B0509030403020204" pitchFamily="49" charset="0"/>
                <a:ea typeface="Source Code Pro" panose="020B0509030403020204" pitchFamily="49" charset="0"/>
              </a:rPr>
              <a:t>multi-column layout</a:t>
            </a:r>
          </a:p>
          <a:p>
            <a:pPr marL="0" indent="0">
              <a:buNone/>
            </a:pPr>
            <a:r>
              <a:rPr lang="en-US" b="1" dirty="0">
                <a:latin typeface="Source Code Pro" panose="020B0509030403020204" pitchFamily="49" charset="0"/>
                <a:ea typeface="Source Code Pro" panose="020B0509030403020204" pitchFamily="49" charset="0"/>
              </a:rPr>
              <a:t> </a:t>
            </a:r>
            <a:r>
              <a:rPr lang="en-US" sz="2400" dirty="0" err="1">
                <a:latin typeface="Source Code Pro" panose="020B0509030403020204" pitchFamily="49" charset="0"/>
                <a:ea typeface="Source Code Pro" panose="020B0509030403020204" pitchFamily="49" charset="0"/>
              </a:rPr>
              <a:t>membuat</a:t>
            </a:r>
            <a:r>
              <a:rPr lang="en-US" sz="2400" dirty="0">
                <a:latin typeface="Source Code Pro" panose="020B0509030403020204" pitchFamily="49" charset="0"/>
                <a:ea typeface="Source Code Pro" panose="020B0509030403020204" pitchFamily="49" charset="0"/>
              </a:rPr>
              <a:t> </a:t>
            </a:r>
            <a:r>
              <a:rPr lang="en-US" sz="2400" dirty="0" err="1">
                <a:latin typeface="Source Code Pro" panose="020B0509030403020204" pitchFamily="49" charset="0"/>
                <a:ea typeface="Source Code Pro" panose="020B0509030403020204" pitchFamily="49" charset="0"/>
              </a:rPr>
              <a:t>halaman</a:t>
            </a:r>
            <a:r>
              <a:rPr lang="en-US" sz="2400" dirty="0">
                <a:latin typeface="Source Code Pro" panose="020B0509030403020204" pitchFamily="49" charset="0"/>
                <a:ea typeface="Source Code Pro" panose="020B0509030403020204" pitchFamily="49" charset="0"/>
              </a:rPr>
              <a:t> </a:t>
            </a:r>
            <a:r>
              <a:rPr lang="en-US" sz="2400" dirty="0" err="1">
                <a:latin typeface="Source Code Pro" panose="020B0509030403020204" pitchFamily="49" charset="0"/>
                <a:ea typeface="Source Code Pro" panose="020B0509030403020204" pitchFamily="49" charset="0"/>
              </a:rPr>
              <a:t>dengan</a:t>
            </a:r>
            <a:r>
              <a:rPr lang="en-US" sz="2400" dirty="0">
                <a:latin typeface="Source Code Pro" panose="020B0509030403020204" pitchFamily="49" charset="0"/>
                <a:ea typeface="Source Code Pro" panose="020B0509030403020204" pitchFamily="49" charset="0"/>
              </a:rPr>
              <a:t> </a:t>
            </a:r>
            <a:r>
              <a:rPr lang="en-US" sz="2400" dirty="0" err="1">
                <a:latin typeface="Source Code Pro" panose="020B0509030403020204" pitchFamily="49" charset="0"/>
                <a:ea typeface="Source Code Pro" panose="020B0509030403020204" pitchFamily="49" charset="0"/>
              </a:rPr>
              <a:t>beberapa</a:t>
            </a:r>
            <a:r>
              <a:rPr lang="en-US" sz="2400" dirty="0">
                <a:latin typeface="Source Code Pro" panose="020B0509030403020204" pitchFamily="49" charset="0"/>
                <a:ea typeface="Source Code Pro" panose="020B0509030403020204" pitchFamily="49" charset="0"/>
              </a:rPr>
              <a:t> </a:t>
            </a:r>
            <a:r>
              <a:rPr lang="en-US" sz="2400" dirty="0" err="1">
                <a:latin typeface="Source Code Pro" panose="020B0509030403020204" pitchFamily="49" charset="0"/>
                <a:ea typeface="Source Code Pro" panose="020B0509030403020204" pitchFamily="49" charset="0"/>
              </a:rPr>
              <a:t>kolom</a:t>
            </a:r>
            <a:r>
              <a:rPr lang="en-US" sz="2400" dirty="0">
                <a:latin typeface="Source Code Pro" panose="020B0509030403020204" pitchFamily="49" charset="0"/>
                <a:ea typeface="Source Code Pro" panose="020B0509030403020204" pitchFamily="49" charset="0"/>
              </a:rPr>
              <a:t>.</a:t>
            </a:r>
            <a:endParaRPr lang="en-US" sz="2400" b="1" dirty="0">
              <a:latin typeface="Source Code Pro" panose="020B0509030403020204" pitchFamily="49" charset="0"/>
              <a:ea typeface="Source Code Pro" panose="020B050903040302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3564171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b="1" dirty="0" err="1"/>
              <a:t>cara</a:t>
            </a:r>
            <a:r>
              <a:rPr lang="en-US" sz="4000" b="1" dirty="0"/>
              <a:t> </a:t>
            </a:r>
            <a:r>
              <a:rPr lang="en-US" sz="4000" b="1" dirty="0" err="1"/>
              <a:t>membersihkan</a:t>
            </a:r>
            <a:r>
              <a:rPr lang="en-US" sz="4000" b="1" dirty="0"/>
              <a:t> float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606682"/>
            <a:ext cx="10515600" cy="4351338"/>
          </a:xfrm>
        </p:spPr>
        <p:txBody>
          <a:bodyPr/>
          <a:lstStyle/>
          <a:p>
            <a:pPr>
              <a:buFont typeface="Wingdings" panose="05000000000000000000" pitchFamily="2" charset="2"/>
              <a:buChar char="§"/>
            </a:pPr>
            <a:r>
              <a:rPr lang="en-US" dirty="0" err="1">
                <a:latin typeface="Source Code Pro" panose="020B0509030403020204" pitchFamily="49" charset="0"/>
                <a:ea typeface="Source Code Pro" panose="020B0509030403020204" pitchFamily="49" charset="0"/>
              </a:rPr>
              <a:t>Menggunakan</a:t>
            </a:r>
            <a:r>
              <a:rPr lang="en-US" dirty="0">
                <a:latin typeface="Source Code Pro" panose="020B0509030403020204" pitchFamily="49" charset="0"/>
                <a:ea typeface="Source Code Pro" panose="020B0509030403020204" pitchFamily="49" charset="0"/>
              </a:rPr>
              <a:t> </a:t>
            </a:r>
            <a:r>
              <a:rPr lang="en-US" dirty="0" err="1">
                <a:latin typeface="Source Code Pro" panose="020B0509030403020204" pitchFamily="49" charset="0"/>
                <a:ea typeface="Source Code Pro" panose="020B0509030403020204" pitchFamily="49" charset="0"/>
              </a:rPr>
              <a:t>properti</a:t>
            </a:r>
            <a:r>
              <a:rPr lang="en-US" dirty="0">
                <a:latin typeface="Source Code Pro" panose="020B0509030403020204" pitchFamily="49" charset="0"/>
                <a:ea typeface="Source Code Pro" panose="020B0509030403020204" pitchFamily="49" charset="0"/>
              </a:rPr>
              <a:t> </a:t>
            </a:r>
            <a:r>
              <a:rPr lang="en-US" dirty="0" smtClean="0">
                <a:latin typeface="Source Code Pro" panose="020B0509030403020204" pitchFamily="49" charset="0"/>
                <a:ea typeface="Source Code Pro" panose="020B0509030403020204" pitchFamily="49" charset="0"/>
              </a:rPr>
              <a:t>overflow</a:t>
            </a:r>
            <a:endParaRPr lang="en-US" dirty="0">
              <a:latin typeface="Source Code Pro" panose="020B0509030403020204" pitchFamily="49" charset="0"/>
              <a:ea typeface="Source Code Pro" panose="020B0509030403020204" pitchFamily="49" charset="0"/>
            </a:endParaRPr>
          </a:p>
          <a:p>
            <a:pPr>
              <a:buFont typeface="Wingdings" panose="05000000000000000000" pitchFamily="2" charset="2"/>
              <a:buChar char="§"/>
            </a:pPr>
            <a:r>
              <a:rPr lang="en-US" dirty="0" err="1">
                <a:latin typeface="Source Code Pro" panose="020B0509030403020204" pitchFamily="49" charset="0"/>
                <a:ea typeface="Source Code Pro" panose="020B0509030403020204" pitchFamily="49" charset="0"/>
              </a:rPr>
              <a:t>Menggunakan</a:t>
            </a:r>
            <a:r>
              <a:rPr lang="en-US" dirty="0">
                <a:latin typeface="Source Code Pro" panose="020B0509030403020204" pitchFamily="49" charset="0"/>
                <a:ea typeface="Source Code Pro" panose="020B0509030403020204" pitchFamily="49" charset="0"/>
              </a:rPr>
              <a:t> &lt;div</a:t>
            </a:r>
            <a:r>
              <a:rPr lang="en-US" dirty="0" smtClean="0">
                <a:latin typeface="Source Code Pro" panose="020B0509030403020204" pitchFamily="49" charset="0"/>
                <a:ea typeface="Source Code Pro" panose="020B0509030403020204" pitchFamily="49" charset="0"/>
              </a:rPr>
              <a:t>&gt;</a:t>
            </a:r>
            <a:endParaRPr lang="en-US" dirty="0">
              <a:latin typeface="Source Code Pro" panose="020B0509030403020204" pitchFamily="49" charset="0"/>
              <a:ea typeface="Source Code Pro" panose="020B0509030403020204" pitchFamily="49" charset="0"/>
            </a:endParaRPr>
          </a:p>
          <a:p>
            <a:pPr>
              <a:buFont typeface="Wingdings" panose="05000000000000000000" pitchFamily="2" charset="2"/>
              <a:buChar char="§"/>
            </a:pPr>
            <a:r>
              <a:rPr lang="en-US" dirty="0" err="1">
                <a:latin typeface="Source Code Pro" panose="020B0509030403020204" pitchFamily="49" charset="0"/>
                <a:ea typeface="Source Code Pro" panose="020B0509030403020204" pitchFamily="49" charset="0"/>
              </a:rPr>
              <a:t>Menggunakan</a:t>
            </a:r>
            <a:r>
              <a:rPr lang="en-US" dirty="0">
                <a:latin typeface="Source Code Pro" panose="020B0509030403020204" pitchFamily="49" charset="0"/>
                <a:ea typeface="Source Code Pro" panose="020B0509030403020204" pitchFamily="49" charset="0"/>
              </a:rPr>
              <a:t> </a:t>
            </a:r>
            <a:r>
              <a:rPr lang="en-US" dirty="0" err="1">
                <a:latin typeface="Source Code Pro" panose="020B0509030403020204" pitchFamily="49" charset="0"/>
                <a:ea typeface="Source Code Pro" panose="020B0509030403020204" pitchFamily="49" charset="0"/>
              </a:rPr>
              <a:t>teknik</a:t>
            </a:r>
            <a:r>
              <a:rPr lang="en-US" dirty="0">
                <a:latin typeface="Source Code Pro" panose="020B0509030403020204" pitchFamily="49" charset="0"/>
                <a:ea typeface="Source Code Pro" panose="020B0509030403020204" pitchFamily="49" charset="0"/>
              </a:rPr>
              <a:t> micro </a:t>
            </a:r>
            <a:r>
              <a:rPr lang="en-US" dirty="0" err="1" smtClean="0">
                <a:latin typeface="Source Code Pro" panose="020B0509030403020204" pitchFamily="49" charset="0"/>
                <a:ea typeface="Source Code Pro" panose="020B0509030403020204" pitchFamily="49" charset="0"/>
              </a:rPr>
              <a:t>clearfix</a:t>
            </a:r>
            <a:endParaRPr lang="en-US" dirty="0">
              <a:latin typeface="Source Code Pro" panose="020B0509030403020204" pitchFamily="49" charset="0"/>
              <a:ea typeface="Source Code Pro" panose="020B050903040302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348451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777248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US" sz="4800" b="1" dirty="0">
                <a:latin typeface="Source Code Pro" panose="020B0509030403020204" pitchFamily="49" charset="0"/>
                <a:ea typeface="Source Code Pro" panose="020B0509030403020204" pitchFamily="49" charset="0"/>
              </a:rPr>
              <a:t>clear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2044567"/>
            <a:ext cx="10515600" cy="4351338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dirty="0" err="1">
                <a:latin typeface="Courier New" panose="02070309020205020404" pitchFamily="49" charset="0"/>
                <a:ea typeface="Source Code Pro" panose="020B0509030403020204" pitchFamily="49" charset="0"/>
                <a:cs typeface="Courier New" panose="02070309020205020404" pitchFamily="49" charset="0"/>
              </a:rPr>
              <a:t>untuk</a:t>
            </a:r>
            <a:r>
              <a:rPr lang="en-US" dirty="0">
                <a:latin typeface="Courier New" panose="02070309020205020404" pitchFamily="49" charset="0"/>
                <a:ea typeface="Source Code Pro" panose="020B0509030403020204" pitchFamily="49" charset="0"/>
                <a:cs typeface="Courier New" panose="02070309020205020404" pitchFamily="49" charset="0"/>
              </a:rPr>
              <a:t> </a:t>
            </a:r>
            <a:r>
              <a:rPr lang="en-US" dirty="0" err="1">
                <a:latin typeface="Courier New" panose="02070309020205020404" pitchFamily="49" charset="0"/>
                <a:ea typeface="Source Code Pro" panose="020B0509030403020204" pitchFamily="49" charset="0"/>
                <a:cs typeface="Courier New" panose="02070309020205020404" pitchFamily="49" charset="0"/>
              </a:rPr>
              <a:t>menghentikan</a:t>
            </a:r>
            <a:r>
              <a:rPr lang="en-US" dirty="0">
                <a:latin typeface="Courier New" panose="02070309020205020404" pitchFamily="49" charset="0"/>
                <a:ea typeface="Source Code Pro" panose="020B0509030403020204" pitchFamily="49" charset="0"/>
                <a:cs typeface="Courier New" panose="02070309020205020404" pitchFamily="49" charset="0"/>
              </a:rPr>
              <a:t> </a:t>
            </a:r>
            <a:r>
              <a:rPr lang="en-US" dirty="0" err="1">
                <a:latin typeface="Courier New" panose="02070309020205020404" pitchFamily="49" charset="0"/>
                <a:ea typeface="Source Code Pro" panose="020B0509030403020204" pitchFamily="49" charset="0"/>
                <a:cs typeface="Courier New" panose="02070309020205020404" pitchFamily="49" charset="0"/>
              </a:rPr>
              <a:t>atau</a:t>
            </a:r>
            <a:r>
              <a:rPr lang="en-US" dirty="0">
                <a:latin typeface="Courier New" panose="02070309020205020404" pitchFamily="49" charset="0"/>
                <a:ea typeface="Source Code Pro" panose="020B0509030403020204" pitchFamily="49" charset="0"/>
                <a:cs typeface="Courier New" panose="02070309020205020404" pitchFamily="49" charset="0"/>
              </a:rPr>
              <a:t> </a:t>
            </a:r>
            <a:r>
              <a:rPr lang="en-US" dirty="0" err="1">
                <a:latin typeface="Courier New" panose="02070309020205020404" pitchFamily="49" charset="0"/>
                <a:ea typeface="Source Code Pro" panose="020B0509030403020204" pitchFamily="49" charset="0"/>
                <a:cs typeface="Courier New" panose="02070309020205020404" pitchFamily="49" charset="0"/>
              </a:rPr>
              <a:t>membersihkan</a:t>
            </a:r>
            <a:r>
              <a:rPr lang="en-US" dirty="0">
                <a:latin typeface="Courier New" panose="02070309020205020404" pitchFamily="49" charset="0"/>
                <a:ea typeface="Source Code Pro" panose="020B0509030403020204" pitchFamily="49" charset="0"/>
                <a:cs typeface="Courier New" panose="02070309020205020404" pitchFamily="49" charset="0"/>
              </a:rPr>
              <a:t> float</a:t>
            </a:r>
          </a:p>
          <a:p>
            <a:pPr marL="0" indent="0" algn="ctr">
              <a:buNone/>
            </a:pPr>
            <a:endParaRPr lang="en-US" dirty="0">
              <a:latin typeface="Courier New" panose="02070309020205020404" pitchFamily="49" charset="0"/>
              <a:ea typeface="Source Code Pro" panose="020B0509030403020204" pitchFamily="49" charset="0"/>
              <a:cs typeface="Courier New" panose="02070309020205020404" pitchFamily="49" charset="0"/>
            </a:endParaRPr>
          </a:p>
          <a:p>
            <a:pPr marL="0" indent="0" algn="ctr">
              <a:buNone/>
            </a:pPr>
            <a:r>
              <a:rPr lang="en-US" sz="4000" dirty="0">
                <a:latin typeface="Source Code Pro" panose="020B0509030403020204"/>
                <a:ea typeface="Source Code Pro" panose="020B0509030403020204" pitchFamily="49" charset="0"/>
                <a:cs typeface="Courier New" panose="02070309020205020404" pitchFamily="49" charset="0"/>
              </a:rPr>
              <a:t>left</a:t>
            </a:r>
          </a:p>
          <a:p>
            <a:pPr marL="0" indent="0" algn="ctr">
              <a:buNone/>
            </a:pPr>
            <a:r>
              <a:rPr lang="en-US" sz="4000" dirty="0">
                <a:latin typeface="Source Code Pro" panose="020B0509030403020204"/>
                <a:ea typeface="Source Code Pro" panose="020B0509030403020204" pitchFamily="49" charset="0"/>
                <a:cs typeface="Courier New" panose="02070309020205020404" pitchFamily="49" charset="0"/>
              </a:rPr>
              <a:t>right</a:t>
            </a:r>
          </a:p>
          <a:p>
            <a:pPr marL="0" indent="0" algn="ctr">
              <a:buNone/>
            </a:pPr>
            <a:r>
              <a:rPr lang="en-US" sz="4000" dirty="0">
                <a:latin typeface="Source Code Pro" panose="020B0509030403020204"/>
                <a:ea typeface="Source Code Pro" panose="020B0509030403020204" pitchFamily="49" charset="0"/>
                <a:cs typeface="Courier New" panose="02070309020205020404" pitchFamily="49" charset="0"/>
              </a:rPr>
              <a:t>both</a:t>
            </a:r>
          </a:p>
        </p:txBody>
      </p:sp>
    </p:spTree>
    <p:extLst>
      <p:ext uri="{BB962C8B-B14F-4D97-AF65-F5344CB8AC3E}">
        <p14:creationId xmlns:p14="http://schemas.microsoft.com/office/powerpoint/2010/main" val="200476803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777248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US" sz="4800" b="1" dirty="0">
                <a:latin typeface="Source Code Pro" panose="020B0509030403020204" pitchFamily="49" charset="0"/>
                <a:ea typeface="Source Code Pro" panose="020B0509030403020204" pitchFamily="49" charset="0"/>
              </a:rPr>
              <a:t>position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2044567"/>
            <a:ext cx="10515600" cy="4351338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dirty="0" err="1">
                <a:latin typeface="Courier New" panose="02070309020205020404" pitchFamily="49" charset="0"/>
                <a:ea typeface="Source Code Pro" panose="020B0509030403020204" pitchFamily="49" charset="0"/>
                <a:cs typeface="Courier New" panose="02070309020205020404" pitchFamily="49" charset="0"/>
              </a:rPr>
              <a:t>untuk</a:t>
            </a:r>
            <a:r>
              <a:rPr lang="en-US" dirty="0">
                <a:latin typeface="Courier New" panose="02070309020205020404" pitchFamily="49" charset="0"/>
                <a:ea typeface="Source Code Pro" panose="020B0509030403020204" pitchFamily="49" charset="0"/>
                <a:cs typeface="Courier New" panose="02070309020205020404" pitchFamily="49" charset="0"/>
              </a:rPr>
              <a:t> </a:t>
            </a:r>
            <a:r>
              <a:rPr lang="en-US" dirty="0" err="1">
                <a:latin typeface="Courier New" panose="02070309020205020404" pitchFamily="49" charset="0"/>
                <a:ea typeface="Source Code Pro" panose="020B0509030403020204" pitchFamily="49" charset="0"/>
                <a:cs typeface="Courier New" panose="02070309020205020404" pitchFamily="49" charset="0"/>
              </a:rPr>
              <a:t>menghentikan</a:t>
            </a:r>
            <a:r>
              <a:rPr lang="en-US" dirty="0">
                <a:latin typeface="Courier New" panose="02070309020205020404" pitchFamily="49" charset="0"/>
                <a:ea typeface="Source Code Pro" panose="020B0509030403020204" pitchFamily="49" charset="0"/>
                <a:cs typeface="Courier New" panose="02070309020205020404" pitchFamily="49" charset="0"/>
              </a:rPr>
              <a:t> </a:t>
            </a:r>
            <a:r>
              <a:rPr lang="en-US" dirty="0" err="1">
                <a:latin typeface="Courier New" panose="02070309020205020404" pitchFamily="49" charset="0"/>
                <a:ea typeface="Source Code Pro" panose="020B0509030403020204" pitchFamily="49" charset="0"/>
                <a:cs typeface="Courier New" panose="02070309020205020404" pitchFamily="49" charset="0"/>
              </a:rPr>
              <a:t>atau</a:t>
            </a:r>
            <a:r>
              <a:rPr lang="en-US" dirty="0">
                <a:latin typeface="Courier New" panose="02070309020205020404" pitchFamily="49" charset="0"/>
                <a:ea typeface="Source Code Pro" panose="020B0509030403020204" pitchFamily="49" charset="0"/>
                <a:cs typeface="Courier New" panose="02070309020205020404" pitchFamily="49" charset="0"/>
              </a:rPr>
              <a:t> </a:t>
            </a:r>
            <a:r>
              <a:rPr lang="en-US" dirty="0" err="1">
                <a:latin typeface="Courier New" panose="02070309020205020404" pitchFamily="49" charset="0"/>
                <a:ea typeface="Source Code Pro" panose="020B0509030403020204" pitchFamily="49" charset="0"/>
                <a:cs typeface="Courier New" panose="02070309020205020404" pitchFamily="49" charset="0"/>
              </a:rPr>
              <a:t>membersihkan</a:t>
            </a:r>
            <a:r>
              <a:rPr lang="en-US" dirty="0">
                <a:latin typeface="Courier New" panose="02070309020205020404" pitchFamily="49" charset="0"/>
                <a:ea typeface="Source Code Pro" panose="020B0509030403020204" pitchFamily="49" charset="0"/>
                <a:cs typeface="Courier New" panose="02070309020205020404" pitchFamily="49" charset="0"/>
              </a:rPr>
              <a:t> float</a:t>
            </a:r>
          </a:p>
          <a:p>
            <a:pPr marL="0" indent="0" algn="ctr">
              <a:buNone/>
            </a:pPr>
            <a:endParaRPr lang="en-US" dirty="0">
              <a:latin typeface="Courier New" panose="02070309020205020404" pitchFamily="49" charset="0"/>
              <a:ea typeface="Source Code Pro" panose="020B0509030403020204" pitchFamily="49" charset="0"/>
              <a:cs typeface="Courier New" panose="02070309020205020404" pitchFamily="49" charset="0"/>
            </a:endParaRPr>
          </a:p>
          <a:p>
            <a:pPr marL="0" indent="0" algn="ctr">
              <a:buNone/>
            </a:pPr>
            <a:r>
              <a:rPr lang="en-US" sz="4000" dirty="0">
                <a:latin typeface="Source Code Pro" panose="020B0509030403020204"/>
                <a:ea typeface="Source Code Pro" panose="020B0509030403020204" pitchFamily="49" charset="0"/>
                <a:cs typeface="Courier New" panose="02070309020205020404" pitchFamily="49" charset="0"/>
              </a:rPr>
              <a:t>static</a:t>
            </a:r>
          </a:p>
          <a:p>
            <a:pPr marL="0" indent="0" algn="ctr">
              <a:buNone/>
            </a:pPr>
            <a:r>
              <a:rPr lang="en-US" sz="4000" dirty="0">
                <a:latin typeface="Source Code Pro" panose="020B0509030403020204"/>
                <a:ea typeface="Source Code Pro" panose="020B0509030403020204" pitchFamily="49" charset="0"/>
                <a:cs typeface="Courier New" panose="02070309020205020404" pitchFamily="49" charset="0"/>
              </a:rPr>
              <a:t>relative</a:t>
            </a:r>
          </a:p>
          <a:p>
            <a:pPr marL="0" indent="0" algn="ctr">
              <a:buNone/>
            </a:pPr>
            <a:r>
              <a:rPr lang="en-US" sz="4000" dirty="0">
                <a:latin typeface="Source Code Pro" panose="020B0509030403020204"/>
                <a:ea typeface="Source Code Pro" panose="020B0509030403020204" pitchFamily="49" charset="0"/>
                <a:cs typeface="Courier New" panose="02070309020205020404" pitchFamily="49" charset="0"/>
              </a:rPr>
              <a:t>absolute</a:t>
            </a:r>
          </a:p>
          <a:p>
            <a:pPr marL="0" indent="0" algn="ctr">
              <a:buNone/>
            </a:pPr>
            <a:r>
              <a:rPr lang="en-US" sz="4000" dirty="0">
                <a:latin typeface="Source Code Pro" panose="020B0509030403020204"/>
                <a:ea typeface="Source Code Pro" panose="020B0509030403020204" pitchFamily="49" charset="0"/>
                <a:cs typeface="Courier New" panose="02070309020205020404" pitchFamily="49" charset="0"/>
              </a:rPr>
              <a:t>fixed</a:t>
            </a:r>
          </a:p>
        </p:txBody>
      </p:sp>
    </p:spTree>
    <p:extLst>
      <p:ext uri="{BB962C8B-B14F-4D97-AF65-F5344CB8AC3E}">
        <p14:creationId xmlns:p14="http://schemas.microsoft.com/office/powerpoint/2010/main" val="191129606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606682"/>
            <a:ext cx="10515600" cy="4351338"/>
          </a:xfrm>
        </p:spPr>
        <p:txBody>
          <a:bodyPr/>
          <a:lstStyle/>
          <a:p>
            <a:pPr marL="0" indent="0">
              <a:buNone/>
            </a:pPr>
            <a:r>
              <a:rPr lang="en-US" sz="3200" b="1" u="sng" dirty="0">
                <a:latin typeface="Source Code Pro" panose="020B0509030403020204" pitchFamily="49" charset="0"/>
                <a:ea typeface="Source Code Pro" panose="020B0509030403020204" pitchFamily="49" charset="0"/>
              </a:rPr>
              <a:t>static</a:t>
            </a:r>
            <a:endParaRPr lang="en-US" b="1" u="sng" dirty="0">
              <a:latin typeface="Source Code Pro" panose="020B0509030403020204" pitchFamily="49" charset="0"/>
              <a:ea typeface="Source Code Pro" panose="020B0509030403020204" pitchFamily="49" charset="0"/>
            </a:endParaRPr>
          </a:p>
          <a:p>
            <a:pPr>
              <a:buFont typeface="Wingdings" panose="05000000000000000000" pitchFamily="2" charset="2"/>
              <a:buChar char="§"/>
            </a:pPr>
            <a:r>
              <a:rPr lang="en-US" sz="2400" dirty="0">
                <a:latin typeface="Source Code Pro" panose="020B0509030403020204" pitchFamily="49" charset="0"/>
                <a:ea typeface="Source Code Pro" panose="020B0509030403020204" pitchFamily="49" charset="0"/>
              </a:rPr>
              <a:t>Nilai default </a:t>
            </a:r>
            <a:r>
              <a:rPr lang="en-US" sz="2400" dirty="0" err="1">
                <a:latin typeface="Source Code Pro" panose="020B0509030403020204" pitchFamily="49" charset="0"/>
                <a:ea typeface="Source Code Pro" panose="020B0509030403020204" pitchFamily="49" charset="0"/>
              </a:rPr>
              <a:t>tiap-tiap</a:t>
            </a:r>
            <a:r>
              <a:rPr lang="en-US" sz="2400" dirty="0">
                <a:latin typeface="Source Code Pro" panose="020B0509030403020204" pitchFamily="49" charset="0"/>
                <a:ea typeface="Source Code Pro" panose="020B0509030403020204" pitchFamily="49" charset="0"/>
              </a:rPr>
              <a:t> </a:t>
            </a:r>
            <a:r>
              <a:rPr lang="en-US" sz="2400" dirty="0" err="1">
                <a:latin typeface="Source Code Pro" panose="020B0509030403020204" pitchFamily="49" charset="0"/>
                <a:ea typeface="Source Code Pro" panose="020B0509030403020204" pitchFamily="49" charset="0"/>
              </a:rPr>
              <a:t>elemen</a:t>
            </a:r>
            <a:r>
              <a:rPr lang="en-US" sz="2400" dirty="0">
                <a:latin typeface="Source Code Pro" panose="020B0509030403020204" pitchFamily="49" charset="0"/>
                <a:ea typeface="Source Code Pro" panose="020B0509030403020204" pitchFamily="49" charset="0"/>
              </a:rPr>
              <a:t> </a:t>
            </a:r>
            <a:r>
              <a:rPr lang="en-US" sz="2400" dirty="0" err="1">
                <a:latin typeface="Source Code Pro" panose="020B0509030403020204" pitchFamily="49" charset="0"/>
                <a:ea typeface="Source Code Pro" panose="020B0509030403020204" pitchFamily="49" charset="0"/>
              </a:rPr>
              <a:t>ketika</a:t>
            </a:r>
            <a:r>
              <a:rPr lang="en-US" sz="2400" dirty="0">
                <a:latin typeface="Source Code Pro" panose="020B0509030403020204" pitchFamily="49" charset="0"/>
                <a:ea typeface="Source Code Pro" panose="020B0509030403020204" pitchFamily="49" charset="0"/>
              </a:rPr>
              <a:t> </a:t>
            </a:r>
            <a:r>
              <a:rPr lang="en-US" sz="2400" dirty="0" err="1">
                <a:latin typeface="Source Code Pro" panose="020B0509030403020204" pitchFamily="49" charset="0"/>
                <a:ea typeface="Source Code Pro" panose="020B0509030403020204" pitchFamily="49" charset="0"/>
              </a:rPr>
              <a:t>tidak</a:t>
            </a:r>
            <a:r>
              <a:rPr lang="en-US" sz="2400" dirty="0">
                <a:latin typeface="Source Code Pro" panose="020B0509030403020204" pitchFamily="49" charset="0"/>
                <a:ea typeface="Source Code Pro" panose="020B0509030403020204" pitchFamily="49" charset="0"/>
              </a:rPr>
              <a:t> </a:t>
            </a:r>
            <a:r>
              <a:rPr lang="en-US" sz="2400" dirty="0" err="1">
                <a:latin typeface="Source Code Pro" panose="020B0509030403020204" pitchFamily="49" charset="0"/>
                <a:ea typeface="Source Code Pro" panose="020B0509030403020204" pitchFamily="49" charset="0"/>
              </a:rPr>
              <a:t>diberikan</a:t>
            </a:r>
            <a:r>
              <a:rPr lang="en-US" sz="2400" dirty="0">
                <a:latin typeface="Source Code Pro" panose="020B0509030403020204" pitchFamily="49" charset="0"/>
                <a:ea typeface="Source Code Pro" panose="020B0509030403020204" pitchFamily="49" charset="0"/>
              </a:rPr>
              <a:t> </a:t>
            </a:r>
            <a:r>
              <a:rPr lang="en-US" sz="2400" dirty="0" err="1">
                <a:latin typeface="Source Code Pro" panose="020B0509030403020204" pitchFamily="49" charset="0"/>
                <a:ea typeface="Source Code Pro" panose="020B0509030403020204" pitchFamily="49" charset="0"/>
              </a:rPr>
              <a:t>properti</a:t>
            </a:r>
            <a:r>
              <a:rPr lang="en-US" sz="2400" dirty="0">
                <a:latin typeface="Source Code Pro" panose="020B0509030403020204" pitchFamily="49" charset="0"/>
                <a:ea typeface="Source Code Pro" panose="020B0509030403020204" pitchFamily="49" charset="0"/>
              </a:rPr>
              <a:t> position.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2400" dirty="0">
                <a:latin typeface="Source Code Pro" panose="020B0509030403020204" pitchFamily="49" charset="0"/>
                <a:ea typeface="Source Code Pro" panose="020B0509030403020204" pitchFamily="49" charset="0"/>
              </a:rPr>
              <a:t>Position </a:t>
            </a:r>
            <a:r>
              <a:rPr lang="en-US" sz="2400" dirty="0" err="1">
                <a:latin typeface="Source Code Pro" panose="020B0509030403020204" pitchFamily="49" charset="0"/>
                <a:ea typeface="Source Code Pro" panose="020B0509030403020204" pitchFamily="49" charset="0"/>
              </a:rPr>
              <a:t>selain</a:t>
            </a:r>
            <a:r>
              <a:rPr lang="en-US" sz="2400" dirty="0">
                <a:latin typeface="Source Code Pro" panose="020B0509030403020204" pitchFamily="49" charset="0"/>
                <a:ea typeface="Source Code Pro" panose="020B0509030403020204" pitchFamily="49" charset="0"/>
              </a:rPr>
              <a:t> static (non-static) </a:t>
            </a:r>
            <a:r>
              <a:rPr lang="en-US" sz="2400" dirty="0" err="1">
                <a:latin typeface="Source Code Pro" panose="020B0509030403020204" pitchFamily="49" charset="0"/>
                <a:ea typeface="Source Code Pro" panose="020B0509030403020204" pitchFamily="49" charset="0"/>
              </a:rPr>
              <a:t>akan</a:t>
            </a:r>
            <a:r>
              <a:rPr lang="en-US" sz="2400" dirty="0">
                <a:latin typeface="Source Code Pro" panose="020B0509030403020204" pitchFamily="49" charset="0"/>
                <a:ea typeface="Source Code Pro" panose="020B0509030403020204" pitchFamily="49" charset="0"/>
              </a:rPr>
              <a:t> </a:t>
            </a:r>
            <a:r>
              <a:rPr lang="en-US" sz="2400" dirty="0" err="1">
                <a:latin typeface="Source Code Pro" panose="020B0509030403020204" pitchFamily="49" charset="0"/>
                <a:ea typeface="Source Code Pro" panose="020B0509030403020204" pitchFamily="49" charset="0"/>
              </a:rPr>
              <a:t>membuat</a:t>
            </a:r>
            <a:r>
              <a:rPr lang="en-US" sz="2400" dirty="0">
                <a:latin typeface="Source Code Pro" panose="020B0509030403020204" pitchFamily="49" charset="0"/>
                <a:ea typeface="Source Code Pro" panose="020B0509030403020204" pitchFamily="49" charset="0"/>
              </a:rPr>
              <a:t> </a:t>
            </a:r>
            <a:r>
              <a:rPr lang="en-US" sz="2400" dirty="0" err="1">
                <a:latin typeface="Source Code Pro" panose="020B0509030403020204" pitchFamily="49" charset="0"/>
                <a:ea typeface="Source Code Pro" panose="020B0509030403020204" pitchFamily="49" charset="0"/>
              </a:rPr>
              <a:t>sebuah</a:t>
            </a:r>
            <a:r>
              <a:rPr lang="en-US" sz="2400" dirty="0">
                <a:latin typeface="Source Code Pro" panose="020B0509030403020204" pitchFamily="49" charset="0"/>
                <a:ea typeface="Source Code Pro" panose="020B0509030403020204" pitchFamily="49" charset="0"/>
              </a:rPr>
              <a:t> </a:t>
            </a:r>
            <a:r>
              <a:rPr lang="en-US" sz="2400" dirty="0" err="1">
                <a:latin typeface="Source Code Pro" panose="020B0509030403020204" pitchFamily="49" charset="0"/>
                <a:ea typeface="Source Code Pro" panose="020B0509030403020204" pitchFamily="49" charset="0"/>
              </a:rPr>
              <a:t>elemen</a:t>
            </a:r>
            <a:r>
              <a:rPr lang="en-US" sz="2400" dirty="0">
                <a:latin typeface="Source Code Pro" panose="020B0509030403020204" pitchFamily="49" charset="0"/>
                <a:ea typeface="Source Code Pro" panose="020B0509030403020204" pitchFamily="49" charset="0"/>
              </a:rPr>
              <a:t> </a:t>
            </a:r>
            <a:r>
              <a:rPr lang="en-US" sz="2400" dirty="0" err="1">
                <a:latin typeface="Source Code Pro" panose="020B0509030403020204" pitchFamily="49" charset="0"/>
                <a:ea typeface="Source Code Pro" panose="020B0509030403020204" pitchFamily="49" charset="0"/>
              </a:rPr>
              <a:t>menjadi</a:t>
            </a:r>
            <a:r>
              <a:rPr lang="en-US" sz="2400" dirty="0">
                <a:latin typeface="Source Code Pro" panose="020B0509030403020204" pitchFamily="49" charset="0"/>
                <a:ea typeface="Source Code Pro" panose="020B0509030403020204" pitchFamily="49" charset="0"/>
              </a:rPr>
              <a:t> </a:t>
            </a:r>
            <a:r>
              <a:rPr lang="en-US" sz="2400" dirty="0" err="1">
                <a:latin typeface="Source Code Pro" panose="020B0509030403020204" pitchFamily="49" charset="0"/>
                <a:ea typeface="Source Code Pro" panose="020B0509030403020204" pitchFamily="49" charset="0"/>
              </a:rPr>
              <a:t>seolah-olah</a:t>
            </a:r>
            <a:r>
              <a:rPr lang="en-US" sz="2400" dirty="0">
                <a:latin typeface="Source Code Pro" panose="020B0509030403020204" pitchFamily="49" charset="0"/>
                <a:ea typeface="Source Code Pro" panose="020B0509030403020204" pitchFamily="49" charset="0"/>
              </a:rPr>
              <a:t> </a:t>
            </a:r>
            <a:r>
              <a:rPr lang="en-US" sz="2400" dirty="0" err="1">
                <a:latin typeface="Source Code Pro" panose="020B0509030403020204" pitchFamily="49" charset="0"/>
                <a:ea typeface="Source Code Pro" panose="020B0509030403020204" pitchFamily="49" charset="0"/>
              </a:rPr>
              <a:t>berbeda</a:t>
            </a:r>
            <a:r>
              <a:rPr lang="en-US" sz="2400" dirty="0">
                <a:latin typeface="Source Code Pro" panose="020B0509030403020204" pitchFamily="49" charset="0"/>
                <a:ea typeface="Source Code Pro" panose="020B0509030403020204" pitchFamily="49" charset="0"/>
              </a:rPr>
              <a:t> </a:t>
            </a:r>
            <a:r>
              <a:rPr lang="en-US" sz="2400" dirty="0" err="1">
                <a:latin typeface="Source Code Pro" panose="020B0509030403020204" pitchFamily="49" charset="0"/>
                <a:ea typeface="Source Code Pro" panose="020B0509030403020204" pitchFamily="49" charset="0"/>
              </a:rPr>
              <a:t>dimensi</a:t>
            </a:r>
            <a:r>
              <a:rPr lang="en-US" sz="2400" dirty="0">
                <a:latin typeface="Source Code Pro" panose="020B0509030403020204" pitchFamily="49" charset="0"/>
                <a:ea typeface="Source Code Pro" panose="020B0509030403020204" pitchFamily="49" charset="0"/>
              </a:rPr>
              <a:t> </a:t>
            </a:r>
            <a:r>
              <a:rPr lang="en-US" sz="2400" dirty="0" err="1">
                <a:latin typeface="Source Code Pro" panose="020B0509030403020204" pitchFamily="49" charset="0"/>
                <a:ea typeface="Source Code Pro" panose="020B0509030403020204" pitchFamily="49" charset="0"/>
              </a:rPr>
              <a:t>dari</a:t>
            </a:r>
            <a:r>
              <a:rPr lang="en-US" sz="2400" dirty="0">
                <a:latin typeface="Source Code Pro" panose="020B0509030403020204" pitchFamily="49" charset="0"/>
                <a:ea typeface="Source Code Pro" panose="020B0509030403020204" pitchFamily="49" charset="0"/>
              </a:rPr>
              <a:t> </a:t>
            </a:r>
            <a:r>
              <a:rPr lang="en-US" sz="2400" dirty="0" err="1">
                <a:latin typeface="Source Code Pro" panose="020B0509030403020204" pitchFamily="49" charset="0"/>
                <a:ea typeface="Source Code Pro" panose="020B0509030403020204" pitchFamily="49" charset="0"/>
              </a:rPr>
              <a:t>elemen</a:t>
            </a:r>
            <a:r>
              <a:rPr lang="en-US" sz="2400" dirty="0">
                <a:latin typeface="Source Code Pro" panose="020B0509030403020204" pitchFamily="49" charset="0"/>
                <a:ea typeface="Source Code Pro" panose="020B0509030403020204" pitchFamily="49" charset="0"/>
              </a:rPr>
              <a:t> </a:t>
            </a:r>
            <a:r>
              <a:rPr lang="en-US" sz="2400" dirty="0" err="1">
                <a:latin typeface="Source Code Pro" panose="020B0509030403020204" pitchFamily="49" charset="0"/>
                <a:ea typeface="Source Code Pro" panose="020B0509030403020204" pitchFamily="49" charset="0"/>
              </a:rPr>
              <a:t>lainnya</a:t>
            </a:r>
            <a:r>
              <a:rPr lang="en-US" sz="2400" dirty="0">
                <a:latin typeface="Source Code Pro" panose="020B0509030403020204" pitchFamily="49" charset="0"/>
                <a:ea typeface="Source Code Pro" panose="020B0509030403020204" pitchFamily="49" charset="0"/>
              </a:rPr>
              <a:t>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2400" dirty="0">
                <a:latin typeface="Source Code Pro" panose="020B0509030403020204" pitchFamily="49" charset="0"/>
                <a:ea typeface="Source Code Pro" panose="020B0509030403020204" pitchFamily="49" charset="0"/>
              </a:rPr>
              <a:t>Nilai </a:t>
            </a:r>
            <a:r>
              <a:rPr lang="en-US" sz="2400" dirty="0" err="1">
                <a:latin typeface="Source Code Pro" panose="020B0509030403020204" pitchFamily="49" charset="0"/>
                <a:ea typeface="Source Code Pro" panose="020B0509030403020204" pitchFamily="49" charset="0"/>
              </a:rPr>
              <a:t>dari</a:t>
            </a:r>
            <a:r>
              <a:rPr lang="en-US" sz="2400" dirty="0">
                <a:latin typeface="Source Code Pro" panose="020B0509030403020204" pitchFamily="49" charset="0"/>
                <a:ea typeface="Source Code Pro" panose="020B0509030403020204" pitchFamily="49" charset="0"/>
              </a:rPr>
              <a:t> </a:t>
            </a:r>
            <a:r>
              <a:rPr lang="en-US" sz="2400" dirty="0" err="1">
                <a:latin typeface="Source Code Pro" panose="020B0509030403020204" pitchFamily="49" charset="0"/>
                <a:ea typeface="Source Code Pro" panose="020B0509030403020204" pitchFamily="49" charset="0"/>
              </a:rPr>
              <a:t>properti</a:t>
            </a:r>
            <a:r>
              <a:rPr lang="en-US" sz="2400" dirty="0">
                <a:latin typeface="Source Code Pro" panose="020B0509030403020204" pitchFamily="49" charset="0"/>
                <a:ea typeface="Source Code Pro" panose="020B0509030403020204" pitchFamily="49" charset="0"/>
              </a:rPr>
              <a:t> position static </a:t>
            </a:r>
            <a:r>
              <a:rPr lang="en-US" sz="2400" dirty="0" err="1">
                <a:latin typeface="Source Code Pro" panose="020B0509030403020204" pitchFamily="49" charset="0"/>
                <a:ea typeface="Source Code Pro" panose="020B0509030403020204" pitchFamily="49" charset="0"/>
              </a:rPr>
              <a:t>yaitu</a:t>
            </a:r>
            <a:r>
              <a:rPr lang="en-US" sz="2400" dirty="0">
                <a:latin typeface="Source Code Pro" panose="020B0509030403020204" pitchFamily="49" charset="0"/>
                <a:ea typeface="Source Code Pro" panose="020B0509030403020204" pitchFamily="49" charset="0"/>
              </a:rPr>
              <a:t> top, left, right, dan bottom.</a:t>
            </a:r>
          </a:p>
        </p:txBody>
      </p:sp>
    </p:spTree>
    <p:extLst>
      <p:ext uri="{BB962C8B-B14F-4D97-AF65-F5344CB8AC3E}">
        <p14:creationId xmlns:p14="http://schemas.microsoft.com/office/powerpoint/2010/main" val="197256588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606682"/>
            <a:ext cx="10515600" cy="4351338"/>
          </a:xfrm>
        </p:spPr>
        <p:txBody>
          <a:bodyPr/>
          <a:lstStyle/>
          <a:p>
            <a:pPr marL="0" indent="0">
              <a:buNone/>
            </a:pPr>
            <a:r>
              <a:rPr lang="en-US" sz="3200" b="1" u="sng" dirty="0">
                <a:latin typeface="Source Code Pro" panose="020B0509030403020204" pitchFamily="49" charset="0"/>
                <a:ea typeface="Source Code Pro" panose="020B0509030403020204" pitchFamily="49" charset="0"/>
              </a:rPr>
              <a:t>relative</a:t>
            </a:r>
            <a:endParaRPr lang="en-US" b="1" u="sng" dirty="0">
              <a:latin typeface="Source Code Pro" panose="020B0509030403020204" pitchFamily="49" charset="0"/>
              <a:ea typeface="Source Code Pro" panose="020B0509030403020204" pitchFamily="49" charset="0"/>
            </a:endParaRPr>
          </a:p>
          <a:p>
            <a:pPr>
              <a:buFont typeface="Wingdings" panose="05000000000000000000" pitchFamily="2" charset="2"/>
              <a:buChar char="§"/>
            </a:pPr>
            <a:r>
              <a:rPr lang="en-US" sz="2400" dirty="0" err="1">
                <a:latin typeface="Source Code Pro" panose="020B0509030403020204" pitchFamily="49" charset="0"/>
                <a:ea typeface="Source Code Pro" panose="020B0509030403020204" pitchFamily="49" charset="0"/>
              </a:rPr>
              <a:t>Ketika</a:t>
            </a:r>
            <a:r>
              <a:rPr lang="en-US" sz="2400" dirty="0">
                <a:latin typeface="Source Code Pro" panose="020B0509030403020204" pitchFamily="49" charset="0"/>
                <a:ea typeface="Source Code Pro" panose="020B0509030403020204" pitchFamily="49" charset="0"/>
              </a:rPr>
              <a:t> </a:t>
            </a:r>
            <a:r>
              <a:rPr lang="en-US" sz="2400" dirty="0" err="1">
                <a:latin typeface="Source Code Pro" panose="020B0509030403020204" pitchFamily="49" charset="0"/>
                <a:ea typeface="Source Code Pro" panose="020B0509030403020204" pitchFamily="49" charset="0"/>
              </a:rPr>
              <a:t>kita</a:t>
            </a:r>
            <a:r>
              <a:rPr lang="en-US" sz="2400" dirty="0">
                <a:latin typeface="Source Code Pro" panose="020B0509030403020204" pitchFamily="49" charset="0"/>
                <a:ea typeface="Source Code Pro" panose="020B0509030403020204" pitchFamily="49" charset="0"/>
              </a:rPr>
              <a:t> </a:t>
            </a:r>
            <a:r>
              <a:rPr lang="en-US" sz="2400" dirty="0" err="1">
                <a:latin typeface="Source Code Pro" panose="020B0509030403020204" pitchFamily="49" charset="0"/>
                <a:ea typeface="Source Code Pro" panose="020B0509030403020204" pitchFamily="49" charset="0"/>
              </a:rPr>
              <a:t>menggerakkan</a:t>
            </a:r>
            <a:r>
              <a:rPr lang="en-US" sz="2400" dirty="0">
                <a:latin typeface="Source Code Pro" panose="020B0509030403020204" pitchFamily="49" charset="0"/>
                <a:ea typeface="Source Code Pro" panose="020B0509030403020204" pitchFamily="49" charset="0"/>
              </a:rPr>
              <a:t> </a:t>
            </a:r>
            <a:r>
              <a:rPr lang="en-US" sz="2400" dirty="0" err="1">
                <a:latin typeface="Source Code Pro" panose="020B0509030403020204" pitchFamily="49" charset="0"/>
                <a:ea typeface="Source Code Pro" panose="020B0509030403020204" pitchFamily="49" charset="0"/>
              </a:rPr>
              <a:t>elemen</a:t>
            </a:r>
            <a:r>
              <a:rPr lang="en-US" sz="2400" dirty="0">
                <a:latin typeface="Source Code Pro" panose="020B0509030403020204" pitchFamily="49" charset="0"/>
                <a:ea typeface="Source Code Pro" panose="020B0509030403020204" pitchFamily="49" charset="0"/>
              </a:rPr>
              <a:t> </a:t>
            </a:r>
            <a:r>
              <a:rPr lang="en-US" sz="2400" dirty="0" err="1">
                <a:latin typeface="Source Code Pro" panose="020B0509030403020204" pitchFamily="49" charset="0"/>
                <a:ea typeface="Source Code Pro" panose="020B0509030403020204" pitchFamily="49" charset="0"/>
              </a:rPr>
              <a:t>dengan</a:t>
            </a:r>
            <a:r>
              <a:rPr lang="en-US" sz="2400" dirty="0">
                <a:latin typeface="Source Code Pro" panose="020B0509030403020204" pitchFamily="49" charset="0"/>
                <a:ea typeface="Source Code Pro" panose="020B0509030403020204" pitchFamily="49" charset="0"/>
              </a:rPr>
              <a:t> position relative (top, left, right, bottom), </a:t>
            </a:r>
            <a:r>
              <a:rPr lang="en-US" sz="2400" dirty="0" err="1">
                <a:latin typeface="Source Code Pro" panose="020B0509030403020204" pitchFamily="49" charset="0"/>
                <a:ea typeface="Source Code Pro" panose="020B0509030403020204" pitchFamily="49" charset="0"/>
              </a:rPr>
              <a:t>ruang</a:t>
            </a:r>
            <a:r>
              <a:rPr lang="en-US" sz="2400" dirty="0">
                <a:latin typeface="Source Code Pro" panose="020B0509030403020204" pitchFamily="49" charset="0"/>
                <a:ea typeface="Source Code Pro" panose="020B0509030403020204" pitchFamily="49" charset="0"/>
              </a:rPr>
              <a:t> yang </a:t>
            </a:r>
            <a:r>
              <a:rPr lang="en-US" sz="2400" dirty="0" err="1">
                <a:latin typeface="Source Code Pro" panose="020B0509030403020204" pitchFamily="49" charset="0"/>
                <a:ea typeface="Source Code Pro" panose="020B0509030403020204" pitchFamily="49" charset="0"/>
              </a:rPr>
              <a:t>ditempati</a:t>
            </a:r>
            <a:r>
              <a:rPr lang="en-US" sz="2400" dirty="0">
                <a:latin typeface="Source Code Pro" panose="020B0509030403020204" pitchFamily="49" charset="0"/>
                <a:ea typeface="Source Code Pro" panose="020B0509030403020204" pitchFamily="49" charset="0"/>
              </a:rPr>
              <a:t> oleh </a:t>
            </a:r>
            <a:r>
              <a:rPr lang="en-US" sz="2400" dirty="0" err="1">
                <a:latin typeface="Source Code Pro" panose="020B0509030403020204" pitchFamily="49" charset="0"/>
                <a:ea typeface="Source Code Pro" panose="020B0509030403020204" pitchFamily="49" charset="0"/>
              </a:rPr>
              <a:t>elemen</a:t>
            </a:r>
            <a:r>
              <a:rPr lang="en-US" sz="2400" dirty="0">
                <a:latin typeface="Source Code Pro" panose="020B0509030403020204" pitchFamily="49" charset="0"/>
                <a:ea typeface="Source Code Pro" panose="020B0509030403020204" pitchFamily="49" charset="0"/>
              </a:rPr>
              <a:t> </a:t>
            </a:r>
            <a:r>
              <a:rPr lang="en-US" sz="2400" dirty="0" err="1">
                <a:latin typeface="Source Code Pro" panose="020B0509030403020204" pitchFamily="49" charset="0"/>
                <a:ea typeface="Source Code Pro" panose="020B0509030403020204" pitchFamily="49" charset="0"/>
              </a:rPr>
              <a:t>tersebut</a:t>
            </a:r>
            <a:r>
              <a:rPr lang="en-US" sz="2400" dirty="0">
                <a:latin typeface="Source Code Pro" panose="020B0509030403020204" pitchFamily="49" charset="0"/>
                <a:ea typeface="Source Code Pro" panose="020B0509030403020204" pitchFamily="49" charset="0"/>
              </a:rPr>
              <a:t> </a:t>
            </a:r>
            <a:r>
              <a:rPr lang="en-US" sz="2400" dirty="0" err="1">
                <a:latin typeface="Source Code Pro" panose="020B0509030403020204" pitchFamily="49" charset="0"/>
                <a:ea typeface="Source Code Pro" panose="020B0509030403020204" pitchFamily="49" charset="0"/>
              </a:rPr>
              <a:t>masih</a:t>
            </a:r>
            <a:r>
              <a:rPr lang="en-US" sz="2400" dirty="0">
                <a:latin typeface="Source Code Pro" panose="020B0509030403020204" pitchFamily="49" charset="0"/>
                <a:ea typeface="Source Code Pro" panose="020B0509030403020204" pitchFamily="49" charset="0"/>
              </a:rPr>
              <a:t> </a:t>
            </a:r>
            <a:r>
              <a:rPr lang="en-US" sz="2400" dirty="0" err="1">
                <a:latin typeface="Source Code Pro" panose="020B0509030403020204" pitchFamily="49" charset="0"/>
                <a:ea typeface="Source Code Pro" panose="020B0509030403020204" pitchFamily="49" charset="0"/>
              </a:rPr>
              <a:t>ada</a:t>
            </a:r>
            <a:r>
              <a:rPr lang="en-US" sz="2400" dirty="0">
                <a:latin typeface="Source Code Pro" panose="020B0509030403020204" pitchFamily="49" charset="0"/>
                <a:ea typeface="Source Code Pro" panose="020B0509030403020204" pitchFamily="49" charset="0"/>
              </a:rPr>
              <a:t>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2400" dirty="0" err="1">
                <a:latin typeface="Source Code Pro" panose="020B0509030403020204" pitchFamily="49" charset="0"/>
                <a:ea typeface="Source Code Pro" panose="020B0509030403020204" pitchFamily="49" charset="0"/>
              </a:rPr>
              <a:t>Ketika</a:t>
            </a:r>
            <a:r>
              <a:rPr lang="en-US" sz="2400" dirty="0">
                <a:latin typeface="Source Code Pro" panose="020B0509030403020204" pitchFamily="49" charset="0"/>
                <a:ea typeface="Source Code Pro" panose="020B0509030403020204" pitchFamily="49" charset="0"/>
              </a:rPr>
              <a:t> </a:t>
            </a:r>
            <a:r>
              <a:rPr lang="en-US" sz="2400" dirty="0" err="1">
                <a:latin typeface="Source Code Pro" panose="020B0509030403020204" pitchFamily="49" charset="0"/>
                <a:ea typeface="Source Code Pro" panose="020B0509030403020204" pitchFamily="49" charset="0"/>
              </a:rPr>
              <a:t>kita</a:t>
            </a:r>
            <a:r>
              <a:rPr lang="en-US" sz="2400" dirty="0">
                <a:latin typeface="Source Code Pro" panose="020B0509030403020204" pitchFamily="49" charset="0"/>
                <a:ea typeface="Source Code Pro" panose="020B0509030403020204" pitchFamily="49" charset="0"/>
              </a:rPr>
              <a:t> </a:t>
            </a:r>
            <a:r>
              <a:rPr lang="en-US" sz="2400" dirty="0" err="1">
                <a:latin typeface="Source Code Pro" panose="020B0509030403020204" pitchFamily="49" charset="0"/>
                <a:ea typeface="Source Code Pro" panose="020B0509030403020204" pitchFamily="49" charset="0"/>
              </a:rPr>
              <a:t>menggerakkan</a:t>
            </a:r>
            <a:r>
              <a:rPr lang="en-US" sz="2400" dirty="0">
                <a:latin typeface="Source Code Pro" panose="020B0509030403020204" pitchFamily="49" charset="0"/>
                <a:ea typeface="Source Code Pro" panose="020B0509030403020204" pitchFamily="49" charset="0"/>
              </a:rPr>
              <a:t> </a:t>
            </a:r>
            <a:r>
              <a:rPr lang="en-US" sz="2400" dirty="0" err="1">
                <a:latin typeface="Source Code Pro" panose="020B0509030403020204" pitchFamily="49" charset="0"/>
                <a:ea typeface="Source Code Pro" panose="020B0509030403020204" pitchFamily="49" charset="0"/>
              </a:rPr>
              <a:t>elemen</a:t>
            </a:r>
            <a:r>
              <a:rPr lang="en-US" sz="2400" dirty="0">
                <a:latin typeface="Source Code Pro" panose="020B0509030403020204" pitchFamily="49" charset="0"/>
                <a:ea typeface="Source Code Pro" panose="020B0509030403020204" pitchFamily="49" charset="0"/>
              </a:rPr>
              <a:t> </a:t>
            </a:r>
            <a:r>
              <a:rPr lang="en-US" sz="2400" dirty="0" err="1">
                <a:latin typeface="Source Code Pro" panose="020B0509030403020204" pitchFamily="49" charset="0"/>
                <a:ea typeface="Source Code Pro" panose="020B0509030403020204" pitchFamily="49" charset="0"/>
              </a:rPr>
              <a:t>dengan</a:t>
            </a:r>
            <a:r>
              <a:rPr lang="en-US" sz="2400" dirty="0">
                <a:latin typeface="Source Code Pro" panose="020B0509030403020204" pitchFamily="49" charset="0"/>
                <a:ea typeface="Source Code Pro" panose="020B0509030403020204" pitchFamily="49" charset="0"/>
              </a:rPr>
              <a:t> position relative, </a:t>
            </a:r>
            <a:r>
              <a:rPr lang="en-US" sz="2400" dirty="0" err="1">
                <a:latin typeface="Source Code Pro" panose="020B0509030403020204" pitchFamily="49" charset="0"/>
                <a:ea typeface="Source Code Pro" panose="020B0509030403020204" pitchFamily="49" charset="0"/>
              </a:rPr>
              <a:t>elemen</a:t>
            </a:r>
            <a:r>
              <a:rPr lang="en-US" sz="2400" dirty="0">
                <a:latin typeface="Source Code Pro" panose="020B0509030403020204" pitchFamily="49" charset="0"/>
                <a:ea typeface="Source Code Pro" panose="020B0509030403020204" pitchFamily="49" charset="0"/>
              </a:rPr>
              <a:t> </a:t>
            </a:r>
            <a:r>
              <a:rPr lang="en-US" sz="2400" dirty="0" err="1">
                <a:latin typeface="Source Code Pro" panose="020B0509030403020204" pitchFamily="49" charset="0"/>
                <a:ea typeface="Source Code Pro" panose="020B0509030403020204" pitchFamily="49" charset="0"/>
              </a:rPr>
              <a:t>akan</a:t>
            </a:r>
            <a:r>
              <a:rPr lang="en-US" sz="2400" dirty="0">
                <a:latin typeface="Source Code Pro" panose="020B0509030403020204" pitchFamily="49" charset="0"/>
                <a:ea typeface="Source Code Pro" panose="020B0509030403020204" pitchFamily="49" charset="0"/>
              </a:rPr>
              <a:t> </a:t>
            </a:r>
            <a:r>
              <a:rPr lang="en-US" sz="2400" dirty="0" err="1">
                <a:latin typeface="Source Code Pro" panose="020B0509030403020204" pitchFamily="49" charset="0"/>
                <a:ea typeface="Source Code Pro" panose="020B0509030403020204" pitchFamily="49" charset="0"/>
              </a:rPr>
              <a:t>bergerak</a:t>
            </a:r>
            <a:r>
              <a:rPr lang="en-US" sz="2400" dirty="0">
                <a:latin typeface="Source Code Pro" panose="020B0509030403020204" pitchFamily="49" charset="0"/>
                <a:ea typeface="Source Code Pro" panose="020B0509030403020204" pitchFamily="49" charset="0"/>
              </a:rPr>
              <a:t> </a:t>
            </a:r>
            <a:r>
              <a:rPr lang="en-US" sz="2400" dirty="0" err="1">
                <a:latin typeface="Source Code Pro" panose="020B0509030403020204" pitchFamily="49" charset="0"/>
                <a:ea typeface="Source Code Pro" panose="020B0509030403020204" pitchFamily="49" charset="0"/>
              </a:rPr>
              <a:t>relatif</a:t>
            </a:r>
            <a:r>
              <a:rPr lang="en-US" sz="2400" dirty="0">
                <a:latin typeface="Source Code Pro" panose="020B0509030403020204" pitchFamily="49" charset="0"/>
                <a:ea typeface="Source Code Pro" panose="020B0509030403020204" pitchFamily="49" charset="0"/>
              </a:rPr>
              <a:t> </a:t>
            </a:r>
            <a:r>
              <a:rPr lang="en-US" sz="2400" dirty="0" err="1">
                <a:latin typeface="Source Code Pro" panose="020B0509030403020204" pitchFamily="49" charset="0"/>
                <a:ea typeface="Source Code Pro" panose="020B0509030403020204" pitchFamily="49" charset="0"/>
              </a:rPr>
              <a:t>terhadap</a:t>
            </a:r>
            <a:r>
              <a:rPr lang="en-US" sz="2400" dirty="0">
                <a:latin typeface="Source Code Pro" panose="020B0509030403020204" pitchFamily="49" charset="0"/>
                <a:ea typeface="Source Code Pro" panose="020B0509030403020204" pitchFamily="49" charset="0"/>
              </a:rPr>
              <a:t> </a:t>
            </a:r>
            <a:r>
              <a:rPr lang="en-US" sz="2400" dirty="0" err="1">
                <a:latin typeface="Source Code Pro" panose="020B0509030403020204" pitchFamily="49" charset="0"/>
                <a:ea typeface="Source Code Pro" panose="020B0509030403020204" pitchFamily="49" charset="0"/>
              </a:rPr>
              <a:t>posisi</a:t>
            </a:r>
            <a:r>
              <a:rPr lang="en-US" sz="2400" dirty="0">
                <a:latin typeface="Source Code Pro" panose="020B0509030403020204" pitchFamily="49" charset="0"/>
                <a:ea typeface="Source Code Pro" panose="020B0509030403020204" pitchFamily="49" charset="0"/>
              </a:rPr>
              <a:t> </a:t>
            </a:r>
            <a:r>
              <a:rPr lang="en-US" sz="2400" dirty="0" err="1">
                <a:latin typeface="Source Code Pro" panose="020B0509030403020204" pitchFamily="49" charset="0"/>
                <a:ea typeface="Source Code Pro" panose="020B0509030403020204" pitchFamily="49" charset="0"/>
              </a:rPr>
              <a:t>semula-nya</a:t>
            </a:r>
            <a:r>
              <a:rPr lang="en-US" sz="2400" dirty="0">
                <a:latin typeface="Source Code Pro" panose="020B0509030403020204" pitchFamily="49" charset="0"/>
                <a:ea typeface="Source Code Pro" panose="020B0509030403020204" pitchFamily="49" charset="0"/>
              </a:rPr>
              <a:t>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2400" dirty="0" err="1">
                <a:latin typeface="Source Code Pro" panose="020B0509030403020204" pitchFamily="49" charset="0"/>
                <a:ea typeface="Source Code Pro" panose="020B0509030403020204" pitchFamily="49" charset="0"/>
              </a:rPr>
              <a:t>Jika</a:t>
            </a:r>
            <a:r>
              <a:rPr lang="en-US" sz="2400" dirty="0">
                <a:latin typeface="Source Code Pro" panose="020B0509030403020204" pitchFamily="49" charset="0"/>
                <a:ea typeface="Source Code Pro" panose="020B0509030403020204" pitchFamily="49" charset="0"/>
              </a:rPr>
              <a:t> </a:t>
            </a:r>
            <a:r>
              <a:rPr lang="en-US" sz="2400" dirty="0" err="1">
                <a:latin typeface="Source Code Pro" panose="020B0509030403020204" pitchFamily="49" charset="0"/>
                <a:ea typeface="Source Code Pro" panose="020B0509030403020204" pitchFamily="49" charset="0"/>
              </a:rPr>
              <a:t>kita</a:t>
            </a:r>
            <a:r>
              <a:rPr lang="en-US" sz="2400" dirty="0">
                <a:latin typeface="Source Code Pro" panose="020B0509030403020204" pitchFamily="49" charset="0"/>
                <a:ea typeface="Source Code Pro" panose="020B0509030403020204" pitchFamily="49" charset="0"/>
              </a:rPr>
              <a:t> </a:t>
            </a:r>
            <a:r>
              <a:rPr lang="en-US" sz="2400" dirty="0" err="1">
                <a:latin typeface="Source Code Pro" panose="020B0509030403020204" pitchFamily="49" charset="0"/>
                <a:ea typeface="Source Code Pro" panose="020B0509030403020204" pitchFamily="49" charset="0"/>
              </a:rPr>
              <a:t>memberikan</a:t>
            </a:r>
            <a:r>
              <a:rPr lang="en-US" sz="2400" dirty="0">
                <a:latin typeface="Source Code Pro" panose="020B0509030403020204" pitchFamily="49" charset="0"/>
                <a:ea typeface="Source Code Pro" panose="020B0509030403020204" pitchFamily="49" charset="0"/>
              </a:rPr>
              <a:t> </a:t>
            </a:r>
            <a:r>
              <a:rPr lang="en-US" sz="2400" dirty="0" err="1">
                <a:latin typeface="Source Code Pro" panose="020B0509030403020204" pitchFamily="49" charset="0"/>
                <a:ea typeface="Source Code Pro" panose="020B0509030403020204" pitchFamily="49" charset="0"/>
              </a:rPr>
              <a:t>nilai</a:t>
            </a:r>
            <a:r>
              <a:rPr lang="en-US" sz="2400" dirty="0">
                <a:latin typeface="Source Code Pro" panose="020B0509030403020204" pitchFamily="49" charset="0"/>
                <a:ea typeface="Source Code Pro" panose="020B0509030403020204" pitchFamily="49" charset="0"/>
              </a:rPr>
              <a:t> </a:t>
            </a:r>
            <a:r>
              <a:rPr lang="en-US" sz="2400" dirty="0" err="1">
                <a:latin typeface="Source Code Pro" panose="020B0509030403020204" pitchFamily="49" charset="0"/>
                <a:ea typeface="Source Code Pro" panose="020B0509030403020204" pitchFamily="49" charset="0"/>
              </a:rPr>
              <a:t>properti</a:t>
            </a:r>
            <a:r>
              <a:rPr lang="en-US" sz="2400" dirty="0">
                <a:latin typeface="Source Code Pro" panose="020B0509030403020204" pitchFamily="49" charset="0"/>
                <a:ea typeface="Source Code Pro" panose="020B0509030403020204" pitchFamily="49" charset="0"/>
              </a:rPr>
              <a:t> top: 0; dan left: 0; </a:t>
            </a:r>
            <a:r>
              <a:rPr lang="en-US" sz="2400" dirty="0" err="1">
                <a:latin typeface="Source Code Pro" panose="020B0509030403020204" pitchFamily="49" charset="0"/>
                <a:ea typeface="Source Code Pro" panose="020B0509030403020204" pitchFamily="49" charset="0"/>
              </a:rPr>
              <a:t>maka</a:t>
            </a:r>
            <a:r>
              <a:rPr lang="en-US" sz="2400" dirty="0">
                <a:latin typeface="Source Code Pro" panose="020B0509030403020204" pitchFamily="49" charset="0"/>
                <a:ea typeface="Source Code Pro" panose="020B0509030403020204" pitchFamily="49" charset="0"/>
              </a:rPr>
              <a:t> </a:t>
            </a:r>
            <a:r>
              <a:rPr lang="en-US" sz="2400" dirty="0" err="1">
                <a:latin typeface="Source Code Pro" panose="020B0509030403020204" pitchFamily="49" charset="0"/>
                <a:ea typeface="Source Code Pro" panose="020B0509030403020204" pitchFamily="49" charset="0"/>
              </a:rPr>
              <a:t>elemen</a:t>
            </a:r>
            <a:r>
              <a:rPr lang="en-US" sz="2400" dirty="0">
                <a:latin typeface="Source Code Pro" panose="020B0509030403020204" pitchFamily="49" charset="0"/>
                <a:ea typeface="Source Code Pro" panose="020B0509030403020204" pitchFamily="49" charset="0"/>
              </a:rPr>
              <a:t> </a:t>
            </a:r>
            <a:r>
              <a:rPr lang="en-US" sz="2400" dirty="0" err="1">
                <a:latin typeface="Source Code Pro" panose="020B0509030403020204" pitchFamily="49" charset="0"/>
                <a:ea typeface="Source Code Pro" panose="020B0509030403020204" pitchFamily="49" charset="0"/>
              </a:rPr>
              <a:t>tidak</a:t>
            </a:r>
            <a:r>
              <a:rPr lang="en-US" sz="2400" dirty="0">
                <a:latin typeface="Source Code Pro" panose="020B0509030403020204" pitchFamily="49" charset="0"/>
                <a:ea typeface="Source Code Pro" panose="020B0509030403020204" pitchFamily="49" charset="0"/>
              </a:rPr>
              <a:t> </a:t>
            </a:r>
            <a:r>
              <a:rPr lang="en-US" sz="2400" dirty="0" err="1">
                <a:latin typeface="Source Code Pro" panose="020B0509030403020204" pitchFamily="49" charset="0"/>
                <a:ea typeface="Source Code Pro" panose="020B0509030403020204" pitchFamily="49" charset="0"/>
              </a:rPr>
              <a:t>akan</a:t>
            </a:r>
            <a:r>
              <a:rPr lang="en-US" sz="2400" dirty="0">
                <a:latin typeface="Source Code Pro" panose="020B0509030403020204" pitchFamily="49" charset="0"/>
                <a:ea typeface="Source Code Pro" panose="020B0509030403020204" pitchFamily="49" charset="0"/>
              </a:rPr>
              <a:t> </a:t>
            </a:r>
            <a:r>
              <a:rPr lang="en-US" sz="2400" dirty="0" err="1">
                <a:latin typeface="Source Code Pro" panose="020B0509030403020204" pitchFamily="49" charset="0"/>
                <a:ea typeface="Source Code Pro" panose="020B0509030403020204" pitchFamily="49" charset="0"/>
              </a:rPr>
              <a:t>berubah</a:t>
            </a:r>
            <a:r>
              <a:rPr lang="en-US" sz="2400" dirty="0">
                <a:latin typeface="Source Code Pro" panose="020B0509030403020204" pitchFamily="49" charset="0"/>
                <a:ea typeface="Source Code Pro" panose="020B0509030403020204" pitchFamily="49" charset="0"/>
              </a:rPr>
              <a:t> </a:t>
            </a:r>
            <a:r>
              <a:rPr lang="en-US" sz="2400" dirty="0" err="1">
                <a:latin typeface="Source Code Pro" panose="020B0509030403020204" pitchFamily="49" charset="0"/>
                <a:ea typeface="Source Code Pro" panose="020B0509030403020204" pitchFamily="49" charset="0"/>
              </a:rPr>
              <a:t>posisinya</a:t>
            </a:r>
            <a:r>
              <a:rPr lang="en-US" sz="2400" dirty="0">
                <a:latin typeface="Source Code Pro" panose="020B0509030403020204" pitchFamily="49" charset="0"/>
                <a:ea typeface="Source Code Pro" panose="020B0509030403020204" pitchFamily="49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29084236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606682"/>
            <a:ext cx="10515600" cy="4351338"/>
          </a:xfrm>
        </p:spPr>
        <p:txBody>
          <a:bodyPr/>
          <a:lstStyle/>
          <a:p>
            <a:pPr marL="0" indent="0">
              <a:buNone/>
            </a:pPr>
            <a:r>
              <a:rPr lang="en-US" sz="3200" b="1" u="sng" dirty="0">
                <a:latin typeface="Source Code Pro" panose="020B0509030403020204" pitchFamily="49" charset="0"/>
                <a:ea typeface="Source Code Pro" panose="020B0509030403020204" pitchFamily="49" charset="0"/>
              </a:rPr>
              <a:t>absolute</a:t>
            </a:r>
            <a:endParaRPr lang="en-US" b="1" u="sng" dirty="0">
              <a:latin typeface="Source Code Pro" panose="020B0509030403020204" pitchFamily="49" charset="0"/>
              <a:ea typeface="Source Code Pro" panose="020B0509030403020204" pitchFamily="49" charset="0"/>
            </a:endParaRPr>
          </a:p>
          <a:p>
            <a:pPr>
              <a:buFont typeface="Wingdings" panose="05000000000000000000" pitchFamily="2" charset="2"/>
              <a:buChar char="§"/>
            </a:pPr>
            <a:r>
              <a:rPr lang="en-US" sz="2400" dirty="0" err="1">
                <a:latin typeface="Source Code Pro" panose="020B0509030403020204" pitchFamily="49" charset="0"/>
                <a:ea typeface="Source Code Pro" panose="020B0509030403020204" pitchFamily="49" charset="0"/>
              </a:rPr>
              <a:t>Ketika</a:t>
            </a:r>
            <a:r>
              <a:rPr lang="en-US" sz="2400" dirty="0">
                <a:latin typeface="Source Code Pro" panose="020B0509030403020204" pitchFamily="49" charset="0"/>
                <a:ea typeface="Source Code Pro" panose="020B0509030403020204" pitchFamily="49" charset="0"/>
              </a:rPr>
              <a:t> </a:t>
            </a:r>
            <a:r>
              <a:rPr lang="en-US" sz="2400" dirty="0" err="1">
                <a:latin typeface="Source Code Pro" panose="020B0509030403020204" pitchFamily="49" charset="0"/>
                <a:ea typeface="Source Code Pro" panose="020B0509030403020204" pitchFamily="49" charset="0"/>
              </a:rPr>
              <a:t>kita</a:t>
            </a:r>
            <a:r>
              <a:rPr lang="en-US" sz="2400" dirty="0">
                <a:latin typeface="Source Code Pro" panose="020B0509030403020204" pitchFamily="49" charset="0"/>
                <a:ea typeface="Source Code Pro" panose="020B0509030403020204" pitchFamily="49" charset="0"/>
              </a:rPr>
              <a:t> </a:t>
            </a:r>
            <a:r>
              <a:rPr lang="en-US" sz="2400" dirty="0" err="1">
                <a:latin typeface="Source Code Pro" panose="020B0509030403020204" pitchFamily="49" charset="0"/>
                <a:ea typeface="Source Code Pro" panose="020B0509030403020204" pitchFamily="49" charset="0"/>
              </a:rPr>
              <a:t>menggerakkan</a:t>
            </a:r>
            <a:r>
              <a:rPr lang="en-US" sz="2400" dirty="0">
                <a:latin typeface="Source Code Pro" panose="020B0509030403020204" pitchFamily="49" charset="0"/>
                <a:ea typeface="Source Code Pro" panose="020B0509030403020204" pitchFamily="49" charset="0"/>
              </a:rPr>
              <a:t> </a:t>
            </a:r>
            <a:r>
              <a:rPr lang="en-US" sz="2400" dirty="0" err="1">
                <a:latin typeface="Source Code Pro" panose="020B0509030403020204" pitchFamily="49" charset="0"/>
                <a:ea typeface="Source Code Pro" panose="020B0509030403020204" pitchFamily="49" charset="0"/>
              </a:rPr>
              <a:t>elemen</a:t>
            </a:r>
            <a:r>
              <a:rPr lang="en-US" sz="2400" dirty="0">
                <a:latin typeface="Source Code Pro" panose="020B0509030403020204" pitchFamily="49" charset="0"/>
                <a:ea typeface="Source Code Pro" panose="020B0509030403020204" pitchFamily="49" charset="0"/>
              </a:rPr>
              <a:t> </a:t>
            </a:r>
            <a:r>
              <a:rPr lang="en-US" sz="2400" dirty="0" err="1">
                <a:latin typeface="Source Code Pro" panose="020B0509030403020204" pitchFamily="49" charset="0"/>
                <a:ea typeface="Source Code Pro" panose="020B0509030403020204" pitchFamily="49" charset="0"/>
              </a:rPr>
              <a:t>dengan</a:t>
            </a:r>
            <a:r>
              <a:rPr lang="en-US" sz="2400" dirty="0">
                <a:latin typeface="Source Code Pro" panose="020B0509030403020204" pitchFamily="49" charset="0"/>
                <a:ea typeface="Source Code Pro" panose="020B0509030403020204" pitchFamily="49" charset="0"/>
              </a:rPr>
              <a:t> position absolute (top, left, right, bottom), </a:t>
            </a:r>
            <a:r>
              <a:rPr lang="en-US" sz="2400" dirty="0" err="1">
                <a:latin typeface="Source Code Pro" panose="020B0509030403020204" pitchFamily="49" charset="0"/>
                <a:ea typeface="Source Code Pro" panose="020B0509030403020204" pitchFamily="49" charset="0"/>
              </a:rPr>
              <a:t>ruang</a:t>
            </a:r>
            <a:r>
              <a:rPr lang="en-US" sz="2400" dirty="0">
                <a:latin typeface="Source Code Pro" panose="020B0509030403020204" pitchFamily="49" charset="0"/>
                <a:ea typeface="Source Code Pro" panose="020B0509030403020204" pitchFamily="49" charset="0"/>
              </a:rPr>
              <a:t> yang </a:t>
            </a:r>
            <a:r>
              <a:rPr lang="en-US" sz="2400" dirty="0" err="1">
                <a:latin typeface="Source Code Pro" panose="020B0509030403020204" pitchFamily="49" charset="0"/>
                <a:ea typeface="Source Code Pro" panose="020B0509030403020204" pitchFamily="49" charset="0"/>
              </a:rPr>
              <a:t>ditempati</a:t>
            </a:r>
            <a:r>
              <a:rPr lang="en-US" sz="2400" dirty="0">
                <a:latin typeface="Source Code Pro" panose="020B0509030403020204" pitchFamily="49" charset="0"/>
                <a:ea typeface="Source Code Pro" panose="020B0509030403020204" pitchFamily="49" charset="0"/>
              </a:rPr>
              <a:t> oleh </a:t>
            </a:r>
            <a:r>
              <a:rPr lang="en-US" sz="2400" dirty="0" err="1">
                <a:latin typeface="Source Code Pro" panose="020B0509030403020204" pitchFamily="49" charset="0"/>
                <a:ea typeface="Source Code Pro" panose="020B0509030403020204" pitchFamily="49" charset="0"/>
              </a:rPr>
              <a:t>elemen</a:t>
            </a:r>
            <a:r>
              <a:rPr lang="en-US" sz="2400" dirty="0">
                <a:latin typeface="Source Code Pro" panose="020B0509030403020204" pitchFamily="49" charset="0"/>
                <a:ea typeface="Source Code Pro" panose="020B0509030403020204" pitchFamily="49" charset="0"/>
              </a:rPr>
              <a:t> </a:t>
            </a:r>
            <a:r>
              <a:rPr lang="en-US" sz="2400" dirty="0" err="1">
                <a:latin typeface="Source Code Pro" panose="020B0509030403020204" pitchFamily="49" charset="0"/>
                <a:ea typeface="Source Code Pro" panose="020B0509030403020204" pitchFamily="49" charset="0"/>
              </a:rPr>
              <a:t>tersebut</a:t>
            </a:r>
            <a:r>
              <a:rPr lang="en-US" sz="2400" dirty="0">
                <a:latin typeface="Source Code Pro" panose="020B0509030403020204" pitchFamily="49" charset="0"/>
                <a:ea typeface="Source Code Pro" panose="020B0509030403020204" pitchFamily="49" charset="0"/>
              </a:rPr>
              <a:t> </a:t>
            </a:r>
            <a:r>
              <a:rPr lang="en-US" sz="2400" dirty="0" err="1">
                <a:latin typeface="Source Code Pro" panose="020B0509030403020204" pitchFamily="49" charset="0"/>
                <a:ea typeface="Source Code Pro" panose="020B0509030403020204" pitchFamily="49" charset="0"/>
              </a:rPr>
              <a:t>dianggap</a:t>
            </a:r>
            <a:r>
              <a:rPr lang="en-US" sz="2400" dirty="0">
                <a:latin typeface="Source Code Pro" panose="020B0509030403020204" pitchFamily="49" charset="0"/>
                <a:ea typeface="Source Code Pro" panose="020B0509030403020204" pitchFamily="49" charset="0"/>
              </a:rPr>
              <a:t> </a:t>
            </a:r>
            <a:r>
              <a:rPr lang="en-US" sz="2400" dirty="0" err="1">
                <a:latin typeface="Source Code Pro" panose="020B0509030403020204" pitchFamily="49" charset="0"/>
                <a:ea typeface="Source Code Pro" panose="020B0509030403020204" pitchFamily="49" charset="0"/>
              </a:rPr>
              <a:t>tidak</a:t>
            </a:r>
            <a:r>
              <a:rPr lang="en-US" sz="2400" dirty="0">
                <a:latin typeface="Source Code Pro" panose="020B0509030403020204" pitchFamily="49" charset="0"/>
                <a:ea typeface="Source Code Pro" panose="020B0509030403020204" pitchFamily="49" charset="0"/>
              </a:rPr>
              <a:t> </a:t>
            </a:r>
            <a:r>
              <a:rPr lang="en-US" sz="2400" dirty="0" err="1">
                <a:latin typeface="Source Code Pro" panose="020B0509030403020204" pitchFamily="49" charset="0"/>
                <a:ea typeface="Source Code Pro" panose="020B0509030403020204" pitchFamily="49" charset="0"/>
              </a:rPr>
              <a:t>ada</a:t>
            </a:r>
            <a:r>
              <a:rPr lang="en-US" sz="2400" dirty="0">
                <a:latin typeface="Source Code Pro" panose="020B0509030403020204" pitchFamily="49" charset="0"/>
                <a:ea typeface="Source Code Pro" panose="020B0509030403020204" pitchFamily="49" charset="0"/>
              </a:rPr>
              <a:t>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2400" dirty="0" err="1">
                <a:latin typeface="Source Code Pro" panose="020B0509030403020204" pitchFamily="49" charset="0"/>
                <a:ea typeface="Source Code Pro" panose="020B0509030403020204" pitchFamily="49" charset="0"/>
              </a:rPr>
              <a:t>Ketika</a:t>
            </a:r>
            <a:r>
              <a:rPr lang="en-US" sz="2400" dirty="0">
                <a:latin typeface="Source Code Pro" panose="020B0509030403020204" pitchFamily="49" charset="0"/>
                <a:ea typeface="Source Code Pro" panose="020B0509030403020204" pitchFamily="49" charset="0"/>
              </a:rPr>
              <a:t> </a:t>
            </a:r>
            <a:r>
              <a:rPr lang="en-US" sz="2400" dirty="0" err="1">
                <a:latin typeface="Source Code Pro" panose="020B0509030403020204" pitchFamily="49" charset="0"/>
                <a:ea typeface="Source Code Pro" panose="020B0509030403020204" pitchFamily="49" charset="0"/>
              </a:rPr>
              <a:t>kita</a:t>
            </a:r>
            <a:r>
              <a:rPr lang="en-US" sz="2400" dirty="0">
                <a:latin typeface="Source Code Pro" panose="020B0509030403020204" pitchFamily="49" charset="0"/>
                <a:ea typeface="Source Code Pro" panose="020B0509030403020204" pitchFamily="49" charset="0"/>
              </a:rPr>
              <a:t> </a:t>
            </a:r>
            <a:r>
              <a:rPr lang="en-US" sz="2400" dirty="0" err="1">
                <a:latin typeface="Source Code Pro" panose="020B0509030403020204" pitchFamily="49" charset="0"/>
                <a:ea typeface="Source Code Pro" panose="020B0509030403020204" pitchFamily="49" charset="0"/>
              </a:rPr>
              <a:t>menggerakkan</a:t>
            </a:r>
            <a:r>
              <a:rPr lang="en-US" sz="2400" dirty="0">
                <a:latin typeface="Source Code Pro" panose="020B0509030403020204" pitchFamily="49" charset="0"/>
                <a:ea typeface="Source Code Pro" panose="020B0509030403020204" pitchFamily="49" charset="0"/>
              </a:rPr>
              <a:t> </a:t>
            </a:r>
            <a:r>
              <a:rPr lang="en-US" sz="2400" dirty="0" err="1">
                <a:latin typeface="Source Code Pro" panose="020B0509030403020204" pitchFamily="49" charset="0"/>
                <a:ea typeface="Source Code Pro" panose="020B0509030403020204" pitchFamily="49" charset="0"/>
              </a:rPr>
              <a:t>elemen</a:t>
            </a:r>
            <a:r>
              <a:rPr lang="en-US" sz="2400" dirty="0">
                <a:latin typeface="Source Code Pro" panose="020B0509030403020204" pitchFamily="49" charset="0"/>
                <a:ea typeface="Source Code Pro" panose="020B0509030403020204" pitchFamily="49" charset="0"/>
              </a:rPr>
              <a:t> </a:t>
            </a:r>
            <a:r>
              <a:rPr lang="en-US" sz="2400" dirty="0" err="1">
                <a:latin typeface="Source Code Pro" panose="020B0509030403020204" pitchFamily="49" charset="0"/>
                <a:ea typeface="Source Code Pro" panose="020B0509030403020204" pitchFamily="49" charset="0"/>
              </a:rPr>
              <a:t>dengan</a:t>
            </a:r>
            <a:r>
              <a:rPr lang="en-US" sz="2400" dirty="0">
                <a:latin typeface="Source Code Pro" panose="020B0509030403020204" pitchFamily="49" charset="0"/>
                <a:ea typeface="Source Code Pro" panose="020B0509030403020204" pitchFamily="49" charset="0"/>
              </a:rPr>
              <a:t> position absolute, </a:t>
            </a:r>
            <a:r>
              <a:rPr lang="en-US" sz="2400" dirty="0" err="1">
                <a:latin typeface="Source Code Pro" panose="020B0509030403020204" pitchFamily="49" charset="0"/>
                <a:ea typeface="Source Code Pro" panose="020B0509030403020204" pitchFamily="49" charset="0"/>
              </a:rPr>
              <a:t>elemen</a:t>
            </a:r>
            <a:r>
              <a:rPr lang="en-US" sz="2400" dirty="0">
                <a:latin typeface="Source Code Pro" panose="020B0509030403020204" pitchFamily="49" charset="0"/>
                <a:ea typeface="Source Code Pro" panose="020B0509030403020204" pitchFamily="49" charset="0"/>
              </a:rPr>
              <a:t> </a:t>
            </a:r>
            <a:r>
              <a:rPr lang="en-US" sz="2400" dirty="0" err="1">
                <a:latin typeface="Source Code Pro" panose="020B0509030403020204" pitchFamily="49" charset="0"/>
                <a:ea typeface="Source Code Pro" panose="020B0509030403020204" pitchFamily="49" charset="0"/>
              </a:rPr>
              <a:t>akan</a:t>
            </a:r>
            <a:r>
              <a:rPr lang="en-US" sz="2400" dirty="0">
                <a:latin typeface="Source Code Pro" panose="020B0509030403020204" pitchFamily="49" charset="0"/>
                <a:ea typeface="Source Code Pro" panose="020B0509030403020204" pitchFamily="49" charset="0"/>
              </a:rPr>
              <a:t> </a:t>
            </a:r>
            <a:r>
              <a:rPr lang="en-US" sz="2400" dirty="0" err="1">
                <a:latin typeface="Source Code Pro" panose="020B0509030403020204" pitchFamily="49" charset="0"/>
                <a:ea typeface="Source Code Pro" panose="020B0509030403020204" pitchFamily="49" charset="0"/>
              </a:rPr>
              <a:t>bergerak</a:t>
            </a:r>
            <a:r>
              <a:rPr lang="en-US" sz="2400" dirty="0">
                <a:latin typeface="Source Code Pro" panose="020B0509030403020204" pitchFamily="49" charset="0"/>
                <a:ea typeface="Source Code Pro" panose="020B0509030403020204" pitchFamily="49" charset="0"/>
              </a:rPr>
              <a:t> </a:t>
            </a:r>
            <a:r>
              <a:rPr lang="en-US" sz="2400" dirty="0" err="1">
                <a:latin typeface="Source Code Pro" panose="020B0509030403020204" pitchFamily="49" charset="0"/>
                <a:ea typeface="Source Code Pro" panose="020B0509030403020204" pitchFamily="49" charset="0"/>
              </a:rPr>
              <a:t>relatif</a:t>
            </a:r>
            <a:r>
              <a:rPr lang="en-US" sz="2400" dirty="0">
                <a:latin typeface="Source Code Pro" panose="020B0509030403020204" pitchFamily="49" charset="0"/>
                <a:ea typeface="Source Code Pro" panose="020B0509030403020204" pitchFamily="49" charset="0"/>
              </a:rPr>
              <a:t> </a:t>
            </a:r>
            <a:r>
              <a:rPr lang="en-US" sz="2400" dirty="0" err="1">
                <a:latin typeface="Source Code Pro" panose="020B0509030403020204" pitchFamily="49" charset="0"/>
                <a:ea typeface="Source Code Pro" panose="020B0509030403020204" pitchFamily="49" charset="0"/>
              </a:rPr>
              <a:t>terhadap</a:t>
            </a:r>
            <a:r>
              <a:rPr lang="en-US" sz="2400" dirty="0">
                <a:latin typeface="Source Code Pro" panose="020B0509030403020204" pitchFamily="49" charset="0"/>
                <a:ea typeface="Source Code Pro" panose="020B0509030403020204" pitchFamily="49" charset="0"/>
              </a:rPr>
              <a:t> </a:t>
            </a:r>
            <a:r>
              <a:rPr lang="en-US" sz="2400" dirty="0" err="1">
                <a:latin typeface="Source Code Pro" panose="020B0509030403020204" pitchFamily="49" charset="0"/>
                <a:ea typeface="Source Code Pro" panose="020B0509030403020204" pitchFamily="49" charset="0"/>
              </a:rPr>
              <a:t>posisi</a:t>
            </a:r>
            <a:r>
              <a:rPr lang="en-US" sz="2400" dirty="0">
                <a:latin typeface="Source Code Pro" panose="020B0509030403020204" pitchFamily="49" charset="0"/>
                <a:ea typeface="Source Code Pro" panose="020B0509030403020204" pitchFamily="49" charset="0"/>
              </a:rPr>
              <a:t> </a:t>
            </a:r>
            <a:r>
              <a:rPr lang="en-US" sz="2400" dirty="0" err="1">
                <a:latin typeface="Source Code Pro" panose="020B0509030403020204" pitchFamily="49" charset="0"/>
                <a:ea typeface="Source Code Pro" panose="020B0509030403020204" pitchFamily="49" charset="0"/>
              </a:rPr>
              <a:t>dari</a:t>
            </a:r>
            <a:r>
              <a:rPr lang="en-US" sz="2400" dirty="0">
                <a:latin typeface="Source Code Pro" panose="020B0509030403020204" pitchFamily="49" charset="0"/>
                <a:ea typeface="Source Code Pro" panose="020B0509030403020204" pitchFamily="49" charset="0"/>
              </a:rPr>
              <a:t> </a:t>
            </a:r>
            <a:r>
              <a:rPr lang="en-US" sz="2400" dirty="0" err="1">
                <a:latin typeface="Source Code Pro" panose="020B0509030403020204" pitchFamily="49" charset="0"/>
                <a:ea typeface="Source Code Pro" panose="020B0509030403020204" pitchFamily="49" charset="0"/>
              </a:rPr>
              <a:t>elemen</a:t>
            </a:r>
            <a:r>
              <a:rPr lang="en-US" sz="2400" dirty="0">
                <a:latin typeface="Source Code Pro" panose="020B0509030403020204" pitchFamily="49" charset="0"/>
                <a:ea typeface="Source Code Pro" panose="020B0509030403020204" pitchFamily="49" charset="0"/>
              </a:rPr>
              <a:t> parent-</a:t>
            </a:r>
            <a:r>
              <a:rPr lang="en-US" sz="2400" dirty="0" err="1">
                <a:latin typeface="Source Code Pro" panose="020B0509030403020204" pitchFamily="49" charset="0"/>
                <a:ea typeface="Source Code Pro" panose="020B0509030403020204" pitchFamily="49" charset="0"/>
              </a:rPr>
              <a:t>nya</a:t>
            </a:r>
            <a:r>
              <a:rPr lang="en-US" sz="2400" dirty="0">
                <a:latin typeface="Source Code Pro" panose="020B0509030403020204" pitchFamily="49" charset="0"/>
                <a:ea typeface="Source Code Pro" panose="020B0509030403020204" pitchFamily="49" charset="0"/>
              </a:rPr>
              <a:t>, </a:t>
            </a:r>
            <a:r>
              <a:rPr lang="en-US" sz="2400" dirty="0" err="1">
                <a:latin typeface="Source Code Pro" panose="020B0509030403020204" pitchFamily="49" charset="0"/>
                <a:ea typeface="Source Code Pro" panose="020B0509030403020204" pitchFamily="49" charset="0"/>
              </a:rPr>
              <a:t>selama</a:t>
            </a:r>
            <a:r>
              <a:rPr lang="en-US" sz="2400" dirty="0">
                <a:latin typeface="Source Code Pro" panose="020B0509030403020204" pitchFamily="49" charset="0"/>
                <a:ea typeface="Source Code Pro" panose="020B0509030403020204" pitchFamily="49" charset="0"/>
              </a:rPr>
              <a:t> </a:t>
            </a:r>
            <a:r>
              <a:rPr lang="en-US" sz="2400" dirty="0" err="1">
                <a:latin typeface="Source Code Pro" panose="020B0509030403020204" pitchFamily="49" charset="0"/>
                <a:ea typeface="Source Code Pro" panose="020B0509030403020204" pitchFamily="49" charset="0"/>
              </a:rPr>
              <a:t>elemen</a:t>
            </a:r>
            <a:r>
              <a:rPr lang="en-US" sz="2400" dirty="0">
                <a:latin typeface="Source Code Pro" panose="020B0509030403020204" pitchFamily="49" charset="0"/>
                <a:ea typeface="Source Code Pro" panose="020B0509030403020204" pitchFamily="49" charset="0"/>
              </a:rPr>
              <a:t> </a:t>
            </a:r>
            <a:r>
              <a:rPr lang="en-US" sz="2400" dirty="0" err="1">
                <a:latin typeface="Source Code Pro" panose="020B0509030403020204" pitchFamily="49" charset="0"/>
                <a:ea typeface="Source Code Pro" panose="020B0509030403020204" pitchFamily="49" charset="0"/>
              </a:rPr>
              <a:t>parentnya</a:t>
            </a:r>
            <a:r>
              <a:rPr lang="en-US" sz="2400" dirty="0">
                <a:latin typeface="Source Code Pro" panose="020B0509030403020204" pitchFamily="49" charset="0"/>
                <a:ea typeface="Source Code Pro" panose="020B0509030403020204" pitchFamily="49" charset="0"/>
              </a:rPr>
              <a:t> </a:t>
            </a:r>
            <a:r>
              <a:rPr lang="en-US" sz="2400" dirty="0" err="1">
                <a:latin typeface="Source Code Pro" panose="020B0509030403020204" pitchFamily="49" charset="0"/>
                <a:ea typeface="Source Code Pro" panose="020B0509030403020204" pitchFamily="49" charset="0"/>
              </a:rPr>
              <a:t>memiliki</a:t>
            </a:r>
            <a:r>
              <a:rPr lang="en-US" sz="2400" dirty="0">
                <a:latin typeface="Source Code Pro" panose="020B0509030403020204" pitchFamily="49" charset="0"/>
                <a:ea typeface="Source Code Pro" panose="020B0509030403020204" pitchFamily="49" charset="0"/>
              </a:rPr>
              <a:t> </a:t>
            </a:r>
            <a:r>
              <a:rPr lang="en-US" sz="2400" dirty="0" err="1">
                <a:latin typeface="Source Code Pro" panose="020B0509030403020204" pitchFamily="49" charset="0"/>
                <a:ea typeface="Source Code Pro" panose="020B0509030403020204" pitchFamily="49" charset="0"/>
              </a:rPr>
              <a:t>posisi</a:t>
            </a:r>
            <a:r>
              <a:rPr lang="en-US" sz="2400" dirty="0">
                <a:latin typeface="Source Code Pro" panose="020B0509030403020204" pitchFamily="49" charset="0"/>
                <a:ea typeface="Source Code Pro" panose="020B0509030403020204" pitchFamily="49" charset="0"/>
              </a:rPr>
              <a:t> non-static.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2400" dirty="0" err="1">
                <a:latin typeface="Source Code Pro" panose="020B0509030403020204" pitchFamily="49" charset="0"/>
                <a:ea typeface="Source Code Pro" panose="020B0509030403020204" pitchFamily="49" charset="0"/>
              </a:rPr>
              <a:t>Jika</a:t>
            </a:r>
            <a:r>
              <a:rPr lang="en-US" sz="2400" dirty="0">
                <a:latin typeface="Source Code Pro" panose="020B0509030403020204" pitchFamily="49" charset="0"/>
                <a:ea typeface="Source Code Pro" panose="020B0509030403020204" pitchFamily="49" charset="0"/>
              </a:rPr>
              <a:t> </a:t>
            </a:r>
            <a:r>
              <a:rPr lang="en-US" sz="2400" dirty="0" err="1">
                <a:latin typeface="Source Code Pro" panose="020B0509030403020204" pitchFamily="49" charset="0"/>
                <a:ea typeface="Source Code Pro" panose="020B0509030403020204" pitchFamily="49" charset="0"/>
              </a:rPr>
              <a:t>kita</a:t>
            </a:r>
            <a:r>
              <a:rPr lang="en-US" sz="2400" dirty="0">
                <a:latin typeface="Source Code Pro" panose="020B0509030403020204" pitchFamily="49" charset="0"/>
                <a:ea typeface="Source Code Pro" panose="020B0509030403020204" pitchFamily="49" charset="0"/>
              </a:rPr>
              <a:t> </a:t>
            </a:r>
            <a:r>
              <a:rPr lang="en-US" sz="2400" dirty="0" err="1">
                <a:latin typeface="Source Code Pro" panose="020B0509030403020204" pitchFamily="49" charset="0"/>
                <a:ea typeface="Source Code Pro" panose="020B0509030403020204" pitchFamily="49" charset="0"/>
              </a:rPr>
              <a:t>memberikan</a:t>
            </a:r>
            <a:r>
              <a:rPr lang="en-US" sz="2400" dirty="0">
                <a:latin typeface="Source Code Pro" panose="020B0509030403020204" pitchFamily="49" charset="0"/>
                <a:ea typeface="Source Code Pro" panose="020B0509030403020204" pitchFamily="49" charset="0"/>
              </a:rPr>
              <a:t> </a:t>
            </a:r>
            <a:r>
              <a:rPr lang="en-US" sz="2400" dirty="0" err="1">
                <a:latin typeface="Source Code Pro" panose="020B0509030403020204" pitchFamily="49" charset="0"/>
                <a:ea typeface="Source Code Pro" panose="020B0509030403020204" pitchFamily="49" charset="0"/>
              </a:rPr>
              <a:t>nilai</a:t>
            </a:r>
            <a:r>
              <a:rPr lang="en-US" sz="2400" dirty="0">
                <a:latin typeface="Source Code Pro" panose="020B0509030403020204" pitchFamily="49" charset="0"/>
                <a:ea typeface="Source Code Pro" panose="020B0509030403020204" pitchFamily="49" charset="0"/>
              </a:rPr>
              <a:t> </a:t>
            </a:r>
            <a:r>
              <a:rPr lang="en-US" sz="2400" dirty="0" err="1">
                <a:latin typeface="Source Code Pro" panose="020B0509030403020204" pitchFamily="49" charset="0"/>
                <a:ea typeface="Source Code Pro" panose="020B0509030403020204" pitchFamily="49" charset="0"/>
              </a:rPr>
              <a:t>properti</a:t>
            </a:r>
            <a:r>
              <a:rPr lang="en-US" sz="2400" dirty="0">
                <a:latin typeface="Source Code Pro" panose="020B0509030403020204" pitchFamily="49" charset="0"/>
                <a:ea typeface="Source Code Pro" panose="020B0509030403020204" pitchFamily="49" charset="0"/>
              </a:rPr>
              <a:t> top: 0; dan left: 0; </a:t>
            </a:r>
            <a:r>
              <a:rPr lang="en-US" sz="2400" dirty="0" err="1">
                <a:latin typeface="Source Code Pro" panose="020B0509030403020204" pitchFamily="49" charset="0"/>
                <a:ea typeface="Source Code Pro" panose="020B0509030403020204" pitchFamily="49" charset="0"/>
              </a:rPr>
              <a:t>maka</a:t>
            </a:r>
            <a:r>
              <a:rPr lang="en-US" sz="2400" dirty="0">
                <a:latin typeface="Source Code Pro" panose="020B0509030403020204" pitchFamily="49" charset="0"/>
                <a:ea typeface="Source Code Pro" panose="020B0509030403020204" pitchFamily="49" charset="0"/>
              </a:rPr>
              <a:t> </a:t>
            </a:r>
            <a:r>
              <a:rPr lang="en-US" sz="2400" dirty="0" err="1">
                <a:latin typeface="Source Code Pro" panose="020B0509030403020204" pitchFamily="49" charset="0"/>
                <a:ea typeface="Source Code Pro" panose="020B0509030403020204" pitchFamily="49" charset="0"/>
              </a:rPr>
              <a:t>elemen</a:t>
            </a:r>
            <a:r>
              <a:rPr lang="en-US" sz="2400" dirty="0">
                <a:latin typeface="Source Code Pro" panose="020B0509030403020204" pitchFamily="49" charset="0"/>
                <a:ea typeface="Source Code Pro" panose="020B0509030403020204" pitchFamily="49" charset="0"/>
              </a:rPr>
              <a:t> </a:t>
            </a:r>
            <a:r>
              <a:rPr lang="en-US" sz="2400" dirty="0" err="1">
                <a:latin typeface="Source Code Pro" panose="020B0509030403020204" pitchFamily="49" charset="0"/>
                <a:ea typeface="Source Code Pro" panose="020B0509030403020204" pitchFamily="49" charset="0"/>
              </a:rPr>
              <a:t>akan</a:t>
            </a:r>
            <a:r>
              <a:rPr lang="en-US" sz="2400" dirty="0">
                <a:latin typeface="Source Code Pro" panose="020B0509030403020204" pitchFamily="49" charset="0"/>
                <a:ea typeface="Source Code Pro" panose="020B0509030403020204" pitchFamily="49" charset="0"/>
              </a:rPr>
              <a:t> </a:t>
            </a:r>
            <a:r>
              <a:rPr lang="en-US" sz="2400" dirty="0" err="1">
                <a:latin typeface="Source Code Pro" panose="020B0509030403020204" pitchFamily="49" charset="0"/>
                <a:ea typeface="Source Code Pro" panose="020B0509030403020204" pitchFamily="49" charset="0"/>
              </a:rPr>
              <a:t>berada</a:t>
            </a:r>
            <a:r>
              <a:rPr lang="en-US" sz="2400" dirty="0">
                <a:latin typeface="Source Code Pro" panose="020B0509030403020204" pitchFamily="49" charset="0"/>
                <a:ea typeface="Source Code Pro" panose="020B0509030403020204" pitchFamily="49" charset="0"/>
              </a:rPr>
              <a:t> </a:t>
            </a:r>
            <a:r>
              <a:rPr lang="en-US" sz="2400" dirty="0" err="1">
                <a:latin typeface="Source Code Pro" panose="020B0509030403020204" pitchFamily="49" charset="0"/>
                <a:ea typeface="Source Code Pro" panose="020B0509030403020204" pitchFamily="49" charset="0"/>
              </a:rPr>
              <a:t>diujung</a:t>
            </a:r>
            <a:r>
              <a:rPr lang="en-US" sz="2400" dirty="0">
                <a:latin typeface="Source Code Pro" panose="020B0509030403020204" pitchFamily="49" charset="0"/>
                <a:ea typeface="Source Code Pro" panose="020B0509030403020204" pitchFamily="49" charset="0"/>
              </a:rPr>
              <a:t> </a:t>
            </a:r>
            <a:r>
              <a:rPr lang="en-US" sz="2400" dirty="0" err="1">
                <a:latin typeface="Source Code Pro" panose="020B0509030403020204" pitchFamily="49" charset="0"/>
                <a:ea typeface="Source Code Pro" panose="020B0509030403020204" pitchFamily="49" charset="0"/>
              </a:rPr>
              <a:t>kiri</a:t>
            </a:r>
            <a:r>
              <a:rPr lang="en-US" sz="2400" dirty="0">
                <a:latin typeface="Source Code Pro" panose="020B0509030403020204" pitchFamily="49" charset="0"/>
                <a:ea typeface="Source Code Pro" panose="020B0509030403020204" pitchFamily="49" charset="0"/>
              </a:rPr>
              <a:t> </a:t>
            </a:r>
            <a:r>
              <a:rPr lang="en-US" sz="2400" dirty="0" err="1">
                <a:latin typeface="Source Code Pro" panose="020B0509030403020204" pitchFamily="49" charset="0"/>
                <a:ea typeface="Source Code Pro" panose="020B0509030403020204" pitchFamily="49" charset="0"/>
              </a:rPr>
              <a:t>atas</a:t>
            </a:r>
            <a:r>
              <a:rPr lang="en-US" sz="2400" dirty="0">
                <a:latin typeface="Source Code Pro" panose="020B0509030403020204" pitchFamily="49" charset="0"/>
                <a:ea typeface="Source Code Pro" panose="020B0509030403020204" pitchFamily="49" charset="0"/>
              </a:rPr>
              <a:t> </a:t>
            </a:r>
            <a:r>
              <a:rPr lang="en-US" sz="2400" dirty="0" err="1">
                <a:latin typeface="Source Code Pro" panose="020B0509030403020204" pitchFamily="49" charset="0"/>
                <a:ea typeface="Source Code Pro" panose="020B0509030403020204" pitchFamily="49" charset="0"/>
              </a:rPr>
              <a:t>dari</a:t>
            </a:r>
            <a:r>
              <a:rPr lang="en-US" sz="2400" dirty="0">
                <a:latin typeface="Source Code Pro" panose="020B0509030403020204" pitchFamily="49" charset="0"/>
                <a:ea typeface="Source Code Pro" panose="020B0509030403020204" pitchFamily="49" charset="0"/>
              </a:rPr>
              <a:t> </a:t>
            </a:r>
            <a:r>
              <a:rPr lang="en-US" sz="2400" dirty="0" err="1">
                <a:latin typeface="Source Code Pro" panose="020B0509030403020204" pitchFamily="49" charset="0"/>
                <a:ea typeface="Source Code Pro" panose="020B0509030403020204" pitchFamily="49" charset="0"/>
              </a:rPr>
              <a:t>elemen</a:t>
            </a:r>
            <a:r>
              <a:rPr lang="en-US" sz="2400" dirty="0">
                <a:latin typeface="Source Code Pro" panose="020B0509030403020204" pitchFamily="49" charset="0"/>
                <a:ea typeface="Source Code Pro" panose="020B0509030403020204" pitchFamily="49" charset="0"/>
              </a:rPr>
              <a:t> parent-</a:t>
            </a:r>
            <a:r>
              <a:rPr lang="en-US" sz="2400" dirty="0" err="1">
                <a:latin typeface="Source Code Pro" panose="020B0509030403020204" pitchFamily="49" charset="0"/>
                <a:ea typeface="Source Code Pro" panose="020B0509030403020204" pitchFamily="49" charset="0"/>
              </a:rPr>
              <a:t>nya</a:t>
            </a:r>
            <a:r>
              <a:rPr lang="en-US" sz="2400" dirty="0">
                <a:latin typeface="Source Code Pro" panose="020B0509030403020204" pitchFamily="49" charset="0"/>
                <a:ea typeface="Source Code Pro" panose="020B0509030403020204" pitchFamily="49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16521949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302</TotalTime>
  <Words>288</Words>
  <Application>Microsoft Office PowerPoint</Application>
  <PresentationFormat>Widescreen</PresentationFormat>
  <Paragraphs>52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21" baseType="lpstr">
      <vt:lpstr>Adobe Gothic Std B</vt:lpstr>
      <vt:lpstr>Arial</vt:lpstr>
      <vt:lpstr>Calibri</vt:lpstr>
      <vt:lpstr>Calibri Light</vt:lpstr>
      <vt:lpstr>Cascadia Code</vt:lpstr>
      <vt:lpstr>Courier New</vt:lpstr>
      <vt:lpstr>Source Code Pro</vt:lpstr>
      <vt:lpstr>Wingdings</vt:lpstr>
      <vt:lpstr>Office Theme</vt:lpstr>
      <vt:lpstr>PowerPoint Presentation</vt:lpstr>
      <vt:lpstr>PowerPoint Presentation</vt:lpstr>
      <vt:lpstr>Float</vt:lpstr>
      <vt:lpstr>float</vt:lpstr>
      <vt:lpstr>Float</vt:lpstr>
      <vt:lpstr>float</vt:lpstr>
      <vt:lpstr>cara membersihkan float</vt:lpstr>
      <vt:lpstr>clear</vt:lpstr>
      <vt:lpstr>position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riyan</dc:creator>
  <cp:lastModifiedBy>riyan</cp:lastModifiedBy>
  <cp:revision>27</cp:revision>
  <dcterms:created xsi:type="dcterms:W3CDTF">2021-03-09T09:25:25Z</dcterms:created>
  <dcterms:modified xsi:type="dcterms:W3CDTF">2021-03-22T00:22:29Z</dcterms:modified>
</cp:coreProperties>
</file>